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handoutMasterIdLst>
    <p:handoutMasterId r:id="rId23"/>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Lst>
  <p:sldSz cx="12192000" cy="6858000"/>
  <p:notesSz cx="6858000" cy="9144000"/>
  <p:defaultTex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senvolvimento de um Aplicativo Móvel para Auxiliar Consumidores com Restrições Alimentares" id="{7AF933BA-2BB9-4650-8CC1-A8E98F370FB4}">
          <p14:sldIdLst>
            <p14:sldId id="2561"/>
          </p14:sldIdLst>
        </p14:section>
        <p14:section name="Contextualização do Projeto" id="{D04B7F9B-EFDC-4AEE-B6D2-64279F1DE2D5}">
          <p14:sldIdLst>
            <p14:sldId id="2562"/>
            <p14:sldId id="2563"/>
          </p14:sldIdLst>
        </p14:section>
        <p14:section name="Problema e Motivação" id="{EA3DFA99-8C88-4FA3-9490-BB9E10F85B5D}">
          <p14:sldIdLst>
            <p14:sldId id="2564"/>
            <p14:sldId id="2565"/>
          </p14:sldIdLst>
        </p14:section>
        <p14:section name="Proposta de Valor" id="{788244DD-5A9C-4FFE-B828-E33183AE9523}">
          <p14:sldIdLst>
            <p14:sldId id="2566"/>
            <p14:sldId id="2567"/>
          </p14:sldIdLst>
        </p14:section>
        <p14:section name="Partes Interessadas" id="{8DDE0E53-108D-49A4-AB24-A9D70A61081C}">
          <p14:sldIdLst>
            <p14:sldId id="2568"/>
            <p14:sldId id="2569"/>
          </p14:sldIdLst>
        </p14:section>
        <p14:section name="Análise de Viabilidade de Mercado" id="{544A4293-BA9E-4F07-98A4-D074DA06C17F}">
          <p14:sldIdLst>
            <p14:sldId id="2570"/>
            <p14:sldId id="2571"/>
          </p14:sldIdLst>
        </p14:section>
        <p14:section name="Análise de Viabilidade Técnica e Econômica" id="{C02B41C5-6ECE-497E-BD8C-39B8F8F3DA8E}">
          <p14:sldIdLst>
            <p14:sldId id="2572"/>
            <p14:sldId id="2573"/>
          </p14:sldIdLst>
        </p14:section>
        <p14:section name="Desafios do Projeto" id="{856424A0-54C3-4774-96D6-DC7245011E16}">
          <p14:sldIdLst>
            <p14:sldId id="2574"/>
            <p14:sldId id="2575"/>
          </p14:sldIdLst>
        </p14:section>
        <p14:section name="Conclusão e Referências" id="{62840611-D7BF-4575-8587-A8B6685C7FEA}">
          <p14:sldIdLst>
            <p14:sldId id="2576"/>
            <p14:sldId id="25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C16F"/>
    <a:srgbClr val="60C0C3"/>
    <a:srgbClr val="304E4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C733AD-3D1B-CD8E-CC9B-AB5BC299749C}" v="20" dt="2026-03-18T15:43:45.0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098" autoAdjust="0"/>
    <p:restoredTop sz="94660"/>
  </p:normalViewPr>
  <p:slideViewPr>
    <p:cSldViewPr snapToGrid="0">
      <p:cViewPr varScale="1">
        <p:scale>
          <a:sx n="86" d="100"/>
          <a:sy n="86" d="100"/>
        </p:scale>
        <p:origin x="618" y="78"/>
      </p:cViewPr>
      <p:guideLst/>
    </p:cSldViewPr>
  </p:slideViewPr>
  <p:notesTextViewPr>
    <p:cViewPr>
      <p:scale>
        <a:sx n="3" d="2"/>
        <a:sy n="3" d="2"/>
      </p:scale>
      <p:origin x="0" y="0"/>
    </p:cViewPr>
  </p:notesTextViewPr>
  <p:sorterViewPr>
    <p:cViewPr>
      <p:scale>
        <a:sx n="130" d="100"/>
        <a:sy n="130" d="100"/>
      </p:scale>
      <p:origin x="0" y="-792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F2C733AD-3D1B-CD8E-CC9B-AB5BC299749C}"/>
    <pc:docChg chg="addSld delSld modSld addSection">
      <pc:chgData name="" userId="" providerId="" clId="Web-{F2C733AD-3D1B-CD8E-CC9B-AB5BC299749C}" dt="2026-03-18T15:43:45.094" v="20" actId="34807"/>
      <pc:docMkLst>
        <pc:docMk/>
      </pc:docMkLst>
      <pc:sldChg chg="del">
        <pc:chgData name="" userId="" providerId="" clId="Web-{F2C733AD-3D1B-CD8E-CC9B-AB5BC299749C}" dt="2026-03-18T15:43:44.969" v="0" actId="34807"/>
        <pc:sldMkLst>
          <pc:docMk/>
          <pc:sldMk cId="1809035702" sldId="1536"/>
        </pc:sldMkLst>
      </pc:sldChg>
      <pc:sldChg chg="modSp add mod modClrScheme addAnim chgLayout">
        <pc:chgData name="" userId="" providerId="" clId="Web-{F2C733AD-3D1B-CD8E-CC9B-AB5BC299749C}" dt="2026-03-18T15:43:45.079" v="4" actId="34807"/>
        <pc:sldMkLst>
          <pc:docMk/>
          <pc:sldMk cId="1636817213" sldId="2561"/>
        </pc:sldMkLst>
        <pc:spChg chg="mod">
          <ac:chgData name="" userId="" providerId="" clId="Web-{F2C733AD-3D1B-CD8E-CC9B-AB5BC299749C}" dt="2026-03-18T15:43:45.079" v="1" actId="34807"/>
          <ac:spMkLst>
            <pc:docMk/>
            <pc:sldMk cId="1636817213" sldId="2561"/>
            <ac:spMk id="2" creationId="{F5BEB118-770D-54CD-DDFF-E63EDCC41E7A}"/>
          </ac:spMkLst>
        </pc:spChg>
        <pc:spChg chg="mod">
          <ac:chgData name="" userId="" providerId="" clId="Web-{F2C733AD-3D1B-CD8E-CC9B-AB5BC299749C}" dt="2026-03-18T15:43:45.079" v="1" actId="34807"/>
          <ac:spMkLst>
            <pc:docMk/>
            <pc:sldMk cId="1636817213" sldId="2561"/>
            <ac:spMk id="3" creationId="{76A462EF-640D-3204-099F-F43925E73012}"/>
          </ac:spMkLst>
        </pc:spChg>
        <pc:spChg chg="mod">
          <ac:chgData name="" userId="" providerId="" clId="Web-{F2C733AD-3D1B-CD8E-CC9B-AB5BC299749C}" dt="2026-03-18T15:43:45.079" v="1" actId="34807"/>
          <ac:spMkLst>
            <pc:docMk/>
            <pc:sldMk cId="1636817213" sldId="2561"/>
            <ac:spMk id="4" creationId="{020832B2-FB27-6438-62AD-00182A75D37B}"/>
          </ac:spMkLst>
        </pc:spChg>
        <pc:spChg chg="mod">
          <ac:chgData name="" userId="" providerId="" clId="Web-{F2C733AD-3D1B-CD8E-CC9B-AB5BC299749C}" dt="2026-03-18T15:43:45.079" v="1" actId="34807"/>
          <ac:spMkLst>
            <pc:docMk/>
            <pc:sldMk cId="1636817213" sldId="2561"/>
            <ac:spMk id="5" creationId="{4A62F43F-23B3-26A9-68A1-AEB372D77A1D}"/>
          </ac:spMkLst>
        </pc:spChg>
        <pc:spChg chg="mod">
          <ac:chgData name="" userId="" providerId="" clId="Web-{F2C733AD-3D1B-CD8E-CC9B-AB5BC299749C}" dt="2026-03-18T15:43:45.079" v="1" actId="34807"/>
          <ac:spMkLst>
            <pc:docMk/>
            <pc:sldMk cId="1636817213" sldId="2561"/>
            <ac:spMk id="6" creationId="{5E1F4C3C-A838-37DB-0DF8-D3EC6DBDA484}"/>
          </ac:spMkLst>
        </pc:spChg>
        <pc:picChg chg="mod ord">
          <ac:chgData name="" userId="" providerId="" clId="Web-{F2C733AD-3D1B-CD8E-CC9B-AB5BC299749C}" dt="2026-03-18T15:43:45.079" v="1" actId="34807"/>
          <ac:picMkLst>
            <pc:docMk/>
            <pc:sldMk cId="1636817213" sldId="2561"/>
            <ac:picMk id="7" creationId="{74C3A1B7-5EEF-4792-93CE-1C8B34A1716E}"/>
          </ac:picMkLst>
        </pc:picChg>
      </pc:sldChg>
      <pc:sldChg chg="modSp add mod modTransition modClrScheme addAnim chgLayout">
        <pc:chgData name="" userId="" providerId="" clId="Web-{F2C733AD-3D1B-CD8E-CC9B-AB5BC299749C}" dt="2026-03-18T15:43:45.079" v="5" actId="34807"/>
        <pc:sldMkLst>
          <pc:docMk/>
          <pc:sldMk cId="3458413921" sldId="2562"/>
        </pc:sldMkLst>
        <pc:spChg chg="mod">
          <ac:chgData name="" userId="" providerId="" clId="Web-{F2C733AD-3D1B-CD8E-CC9B-AB5BC299749C}" dt="2026-03-18T15:43:45.079" v="1" actId="34807"/>
          <ac:spMkLst>
            <pc:docMk/>
            <pc:sldMk cId="3458413921" sldId="2562"/>
            <ac:spMk id="2" creationId="{CB6719EF-9E66-A1C4-4295-6BD01FEFDB2A}"/>
          </ac:spMkLst>
        </pc:spChg>
        <pc:spChg chg="mod">
          <ac:chgData name="" userId="" providerId="" clId="Web-{F2C733AD-3D1B-CD8E-CC9B-AB5BC299749C}" dt="2026-03-18T15:43:45.079" v="1" actId="34807"/>
          <ac:spMkLst>
            <pc:docMk/>
            <pc:sldMk cId="3458413921" sldId="2562"/>
            <ac:spMk id="4" creationId="{E6F861ED-4BB3-0D64-F2D9-17A3A010095A}"/>
          </ac:spMkLst>
        </pc:spChg>
        <pc:spChg chg="mod">
          <ac:chgData name="" userId="" providerId="" clId="Web-{F2C733AD-3D1B-CD8E-CC9B-AB5BC299749C}" dt="2026-03-18T15:43:45.079" v="1" actId="34807"/>
          <ac:spMkLst>
            <pc:docMk/>
            <pc:sldMk cId="3458413921" sldId="2562"/>
            <ac:spMk id="5" creationId="{ECED2A1E-3216-CBA6-7A52-24DF46DAA7ED}"/>
          </ac:spMkLst>
        </pc:spChg>
        <pc:spChg chg="mod">
          <ac:chgData name="" userId="" providerId="" clId="Web-{F2C733AD-3D1B-CD8E-CC9B-AB5BC299749C}" dt="2026-03-18T15:43:45.079" v="1" actId="34807"/>
          <ac:spMkLst>
            <pc:docMk/>
            <pc:sldMk cId="3458413921" sldId="2562"/>
            <ac:spMk id="6" creationId="{63DF1288-C301-1487-529B-FD448340786A}"/>
          </ac:spMkLst>
        </pc:spChg>
      </pc:sldChg>
      <pc:sldChg chg="modSp add mod modTransition addAnim chgLayout">
        <pc:chgData name="" userId="" providerId="" clId="Web-{F2C733AD-3D1B-CD8E-CC9B-AB5BC299749C}" dt="2026-03-18T15:43:45.079" v="6" actId="34807"/>
        <pc:sldMkLst>
          <pc:docMk/>
          <pc:sldMk cId="3820310167" sldId="2563"/>
        </pc:sldMkLst>
        <pc:spChg chg="mod">
          <ac:chgData name="" userId="" providerId="" clId="Web-{F2C733AD-3D1B-CD8E-CC9B-AB5BC299749C}" dt="2026-03-18T15:43:45.079" v="1" actId="34807"/>
          <ac:spMkLst>
            <pc:docMk/>
            <pc:sldMk cId="3820310167" sldId="2563"/>
            <ac:spMk id="2" creationId="{3271DE56-500F-CC2E-B1FD-31B0135C324F}"/>
          </ac:spMkLst>
        </pc:spChg>
        <pc:spChg chg="mod">
          <ac:chgData name="" userId="" providerId="" clId="Web-{F2C733AD-3D1B-CD8E-CC9B-AB5BC299749C}" dt="2026-03-18T15:43:45.079" v="1" actId="34807"/>
          <ac:spMkLst>
            <pc:docMk/>
            <pc:sldMk cId="3820310167" sldId="2563"/>
            <ac:spMk id="4" creationId="{2D56DCAD-1FDE-0811-E037-0F823FD425D4}"/>
          </ac:spMkLst>
        </pc:spChg>
        <pc:spChg chg="mod">
          <ac:chgData name="" userId="" providerId="" clId="Web-{F2C733AD-3D1B-CD8E-CC9B-AB5BC299749C}" dt="2026-03-18T15:43:45.079" v="1" actId="34807"/>
          <ac:spMkLst>
            <pc:docMk/>
            <pc:sldMk cId="3820310167" sldId="2563"/>
            <ac:spMk id="5" creationId="{05F5D5B4-6896-F454-1BDA-A92171A289EA}"/>
          </ac:spMkLst>
        </pc:spChg>
        <pc:spChg chg="mod">
          <ac:chgData name="" userId="" providerId="" clId="Web-{F2C733AD-3D1B-CD8E-CC9B-AB5BC299749C}" dt="2026-03-18T15:43:45.079" v="1" actId="34807"/>
          <ac:spMkLst>
            <pc:docMk/>
            <pc:sldMk cId="3820310167" sldId="2563"/>
            <ac:spMk id="6" creationId="{87BBDBF8-1B3D-570E-0814-00A3AB4C7D73}"/>
          </ac:spMkLst>
        </pc:spChg>
        <pc:spChg chg="mod ord">
          <ac:chgData name="" userId="" providerId="" clId="Web-{F2C733AD-3D1B-CD8E-CC9B-AB5BC299749C}" dt="2026-03-18T15:43:45.079" v="1" actId="34807"/>
          <ac:spMkLst>
            <pc:docMk/>
            <pc:sldMk cId="3820310167" sldId="2563"/>
            <ac:spMk id="8" creationId="{AD1CA3AD-C915-4792-A8BB-04A13C8671DF}"/>
          </ac:spMkLst>
        </pc:spChg>
        <pc:picChg chg="mod">
          <ac:chgData name="" userId="" providerId="" clId="Web-{F2C733AD-3D1B-CD8E-CC9B-AB5BC299749C}" dt="2026-03-18T15:43:45.079" v="1" actId="34807"/>
          <ac:picMkLst>
            <pc:docMk/>
            <pc:sldMk cId="3820310167" sldId="2563"/>
            <ac:picMk id="7" creationId="{443A949C-D706-45F9-B2A6-6ED102F938A0}"/>
          </ac:picMkLst>
        </pc:picChg>
      </pc:sldChg>
      <pc:sldChg chg="modSp add mod modTransition modClrScheme addAnim chgLayout">
        <pc:chgData name="" userId="" providerId="" clId="Web-{F2C733AD-3D1B-CD8E-CC9B-AB5BC299749C}" dt="2026-03-18T15:43:45.079" v="7" actId="34807"/>
        <pc:sldMkLst>
          <pc:docMk/>
          <pc:sldMk cId="1678171794" sldId="2564"/>
        </pc:sldMkLst>
        <pc:spChg chg="mod">
          <ac:chgData name="" userId="" providerId="" clId="Web-{F2C733AD-3D1B-CD8E-CC9B-AB5BC299749C}" dt="2026-03-18T15:43:45.079" v="1" actId="34807"/>
          <ac:spMkLst>
            <pc:docMk/>
            <pc:sldMk cId="1678171794" sldId="2564"/>
            <ac:spMk id="2" creationId="{C253B80D-22E1-D027-3E8F-80F343495F5B}"/>
          </ac:spMkLst>
        </pc:spChg>
        <pc:spChg chg="mod">
          <ac:chgData name="" userId="" providerId="" clId="Web-{F2C733AD-3D1B-CD8E-CC9B-AB5BC299749C}" dt="2026-03-18T15:43:45.079" v="1" actId="34807"/>
          <ac:spMkLst>
            <pc:docMk/>
            <pc:sldMk cId="1678171794" sldId="2564"/>
            <ac:spMk id="4" creationId="{9C83E824-E99F-F9A2-BD0A-A484B8C781AC}"/>
          </ac:spMkLst>
        </pc:spChg>
        <pc:spChg chg="mod">
          <ac:chgData name="" userId="" providerId="" clId="Web-{F2C733AD-3D1B-CD8E-CC9B-AB5BC299749C}" dt="2026-03-18T15:43:45.079" v="1" actId="34807"/>
          <ac:spMkLst>
            <pc:docMk/>
            <pc:sldMk cId="1678171794" sldId="2564"/>
            <ac:spMk id="5" creationId="{88427559-8EAF-65F2-043A-B04D9EBB828A}"/>
          </ac:spMkLst>
        </pc:spChg>
        <pc:spChg chg="mod">
          <ac:chgData name="" userId="" providerId="" clId="Web-{F2C733AD-3D1B-CD8E-CC9B-AB5BC299749C}" dt="2026-03-18T15:43:45.079" v="1" actId="34807"/>
          <ac:spMkLst>
            <pc:docMk/>
            <pc:sldMk cId="1678171794" sldId="2564"/>
            <ac:spMk id="6" creationId="{9A26CC25-D579-1142-FE4E-13372D59793C}"/>
          </ac:spMkLst>
        </pc:spChg>
      </pc:sldChg>
      <pc:sldChg chg="modSp add mod modTransition addAnim">
        <pc:chgData name="" userId="" providerId="" clId="Web-{F2C733AD-3D1B-CD8E-CC9B-AB5BC299749C}" dt="2026-03-18T15:43:45.079" v="8" actId="34807"/>
        <pc:sldMkLst>
          <pc:docMk/>
          <pc:sldMk cId="2824322143" sldId="2565"/>
        </pc:sldMkLst>
        <pc:spChg chg="mod">
          <ac:chgData name="" userId="" providerId="" clId="Web-{F2C733AD-3D1B-CD8E-CC9B-AB5BC299749C}" dt="2026-03-18T15:43:45.079" v="1" actId="34807"/>
          <ac:spMkLst>
            <pc:docMk/>
            <pc:sldMk cId="2824322143" sldId="2565"/>
            <ac:spMk id="2" creationId="{567ADF71-448D-D85A-2598-94F9BB0C027B}"/>
          </ac:spMkLst>
        </pc:spChg>
        <pc:spChg chg="mod">
          <ac:chgData name="" userId="" providerId="" clId="Web-{F2C733AD-3D1B-CD8E-CC9B-AB5BC299749C}" dt="2026-03-18T15:43:45.079" v="1" actId="34807"/>
          <ac:spMkLst>
            <pc:docMk/>
            <pc:sldMk cId="2824322143" sldId="2565"/>
            <ac:spMk id="4" creationId="{EBC0DCF8-54C8-230B-95C7-3BBD60762672}"/>
          </ac:spMkLst>
        </pc:spChg>
        <pc:spChg chg="mod">
          <ac:chgData name="" userId="" providerId="" clId="Web-{F2C733AD-3D1B-CD8E-CC9B-AB5BC299749C}" dt="2026-03-18T15:43:45.079" v="1" actId="34807"/>
          <ac:spMkLst>
            <pc:docMk/>
            <pc:sldMk cId="2824322143" sldId="2565"/>
            <ac:spMk id="5" creationId="{6E867D04-570A-6BB0-3568-BDD5CF8799DF}"/>
          </ac:spMkLst>
        </pc:spChg>
        <pc:spChg chg="mod">
          <ac:chgData name="" userId="" providerId="" clId="Web-{F2C733AD-3D1B-CD8E-CC9B-AB5BC299749C}" dt="2026-03-18T15:43:45.079" v="1" actId="34807"/>
          <ac:spMkLst>
            <pc:docMk/>
            <pc:sldMk cId="2824322143" sldId="2565"/>
            <ac:spMk id="6" creationId="{D8C68721-1A3D-DBEA-262B-8FCA2D7CBCA8}"/>
          </ac:spMkLst>
        </pc:spChg>
        <pc:spChg chg="mod ord">
          <ac:chgData name="" userId="" providerId="" clId="Web-{F2C733AD-3D1B-CD8E-CC9B-AB5BC299749C}" dt="2026-03-18T15:43:45.079" v="1" actId="34807"/>
          <ac:spMkLst>
            <pc:docMk/>
            <pc:sldMk cId="2824322143" sldId="2565"/>
            <ac:spMk id="8" creationId="{F71E2B19-A57B-461B-B53D-FA2F9E6FD6C1}"/>
          </ac:spMkLst>
        </pc:spChg>
        <pc:picChg chg="mod ord">
          <ac:chgData name="" userId="" providerId="" clId="Web-{F2C733AD-3D1B-CD8E-CC9B-AB5BC299749C}" dt="2026-03-18T15:43:45.079" v="1" actId="34807"/>
          <ac:picMkLst>
            <pc:docMk/>
            <pc:sldMk cId="2824322143" sldId="2565"/>
            <ac:picMk id="7" creationId="{E469C59B-9008-4FCD-A7A3-58BED7DBCF9C}"/>
          </ac:picMkLst>
        </pc:picChg>
      </pc:sldChg>
      <pc:sldChg chg="modSp add mod modTransition modClrScheme addAnim chgLayout">
        <pc:chgData name="" userId="" providerId="" clId="Web-{F2C733AD-3D1B-CD8E-CC9B-AB5BC299749C}" dt="2026-03-18T15:43:45.079" v="9" actId="34807"/>
        <pc:sldMkLst>
          <pc:docMk/>
          <pc:sldMk cId="2816367830" sldId="2566"/>
        </pc:sldMkLst>
        <pc:spChg chg="mod">
          <ac:chgData name="" userId="" providerId="" clId="Web-{F2C733AD-3D1B-CD8E-CC9B-AB5BC299749C}" dt="2026-03-18T15:43:45.079" v="1" actId="34807"/>
          <ac:spMkLst>
            <pc:docMk/>
            <pc:sldMk cId="2816367830" sldId="2566"/>
            <ac:spMk id="2" creationId="{0CD65D75-DE7A-31F8-4F39-27A76936CDFE}"/>
          </ac:spMkLst>
        </pc:spChg>
        <pc:spChg chg="mod">
          <ac:chgData name="" userId="" providerId="" clId="Web-{F2C733AD-3D1B-CD8E-CC9B-AB5BC299749C}" dt="2026-03-18T15:43:45.079" v="1" actId="34807"/>
          <ac:spMkLst>
            <pc:docMk/>
            <pc:sldMk cId="2816367830" sldId="2566"/>
            <ac:spMk id="4" creationId="{0DD5D5B2-FE21-FBB5-3077-DDC30D78D54D}"/>
          </ac:spMkLst>
        </pc:spChg>
        <pc:spChg chg="mod">
          <ac:chgData name="" userId="" providerId="" clId="Web-{F2C733AD-3D1B-CD8E-CC9B-AB5BC299749C}" dt="2026-03-18T15:43:45.079" v="1" actId="34807"/>
          <ac:spMkLst>
            <pc:docMk/>
            <pc:sldMk cId="2816367830" sldId="2566"/>
            <ac:spMk id="5" creationId="{8F2AAB5C-CEA7-6D1F-F3A3-A4DBEA46BB1D}"/>
          </ac:spMkLst>
        </pc:spChg>
        <pc:spChg chg="mod">
          <ac:chgData name="" userId="" providerId="" clId="Web-{F2C733AD-3D1B-CD8E-CC9B-AB5BC299749C}" dt="2026-03-18T15:43:45.079" v="1" actId="34807"/>
          <ac:spMkLst>
            <pc:docMk/>
            <pc:sldMk cId="2816367830" sldId="2566"/>
            <ac:spMk id="6" creationId="{42AFFC81-CC3A-C0C5-48FB-E0C37328C290}"/>
          </ac:spMkLst>
        </pc:spChg>
      </pc:sldChg>
      <pc:sldChg chg="modSp add mod modTransition modClrScheme addAnim chgLayout">
        <pc:chgData name="" userId="" providerId="" clId="Web-{F2C733AD-3D1B-CD8E-CC9B-AB5BC299749C}" dt="2026-03-18T15:43:45.079" v="10" actId="34807"/>
        <pc:sldMkLst>
          <pc:docMk/>
          <pc:sldMk cId="217121286" sldId="2567"/>
        </pc:sldMkLst>
        <pc:spChg chg="mod">
          <ac:chgData name="" userId="" providerId="" clId="Web-{F2C733AD-3D1B-CD8E-CC9B-AB5BC299749C}" dt="2026-03-18T15:43:45.079" v="1" actId="34807"/>
          <ac:spMkLst>
            <pc:docMk/>
            <pc:sldMk cId="217121286" sldId="2567"/>
            <ac:spMk id="2" creationId="{70C0B9E0-5898-CD2F-ED1A-B63ACEEB1227}"/>
          </ac:spMkLst>
        </pc:spChg>
        <pc:spChg chg="mod">
          <ac:chgData name="" userId="" providerId="" clId="Web-{F2C733AD-3D1B-CD8E-CC9B-AB5BC299749C}" dt="2026-03-18T15:43:45.079" v="1" actId="34807"/>
          <ac:spMkLst>
            <pc:docMk/>
            <pc:sldMk cId="217121286" sldId="2567"/>
            <ac:spMk id="4" creationId="{9C2CDB4A-E80F-4110-CC63-C579EE9F934B}"/>
          </ac:spMkLst>
        </pc:spChg>
        <pc:spChg chg="mod">
          <ac:chgData name="" userId="" providerId="" clId="Web-{F2C733AD-3D1B-CD8E-CC9B-AB5BC299749C}" dt="2026-03-18T15:43:45.079" v="1" actId="34807"/>
          <ac:spMkLst>
            <pc:docMk/>
            <pc:sldMk cId="217121286" sldId="2567"/>
            <ac:spMk id="5" creationId="{9B96F5F8-918D-7707-C62A-0C881C0D9E0F}"/>
          </ac:spMkLst>
        </pc:spChg>
        <pc:spChg chg="mod">
          <ac:chgData name="" userId="" providerId="" clId="Web-{F2C733AD-3D1B-CD8E-CC9B-AB5BC299749C}" dt="2026-03-18T15:43:45.079" v="1" actId="34807"/>
          <ac:spMkLst>
            <pc:docMk/>
            <pc:sldMk cId="217121286" sldId="2567"/>
            <ac:spMk id="6" creationId="{C536DB85-CFCE-66BB-3E79-618A52B26F4D}"/>
          </ac:spMkLst>
        </pc:spChg>
        <pc:spChg chg="mod ord">
          <ac:chgData name="" userId="" providerId="" clId="Web-{F2C733AD-3D1B-CD8E-CC9B-AB5BC299749C}" dt="2026-03-18T15:43:45.079" v="1" actId="34807"/>
          <ac:spMkLst>
            <pc:docMk/>
            <pc:sldMk cId="217121286" sldId="2567"/>
            <ac:spMk id="8" creationId="{C0949FEF-A4DD-4A45-A554-04467BA7D59D}"/>
          </ac:spMkLst>
        </pc:spChg>
        <pc:picChg chg="mod ord">
          <ac:chgData name="" userId="" providerId="" clId="Web-{F2C733AD-3D1B-CD8E-CC9B-AB5BC299749C}" dt="2026-03-18T15:43:45.079" v="1" actId="34807"/>
          <ac:picMkLst>
            <pc:docMk/>
            <pc:sldMk cId="217121286" sldId="2567"/>
            <ac:picMk id="7" creationId="{AC9B1DD8-F91D-4BCA-93F6-08CBAA3F7DD7}"/>
          </ac:picMkLst>
        </pc:picChg>
      </pc:sldChg>
      <pc:sldChg chg="modSp add mod modTransition modClrScheme addAnim chgLayout">
        <pc:chgData name="" userId="" providerId="" clId="Web-{F2C733AD-3D1B-CD8E-CC9B-AB5BC299749C}" dt="2026-03-18T15:43:45.079" v="11" actId="34807"/>
        <pc:sldMkLst>
          <pc:docMk/>
          <pc:sldMk cId="1041876778" sldId="2568"/>
        </pc:sldMkLst>
        <pc:spChg chg="mod">
          <ac:chgData name="" userId="" providerId="" clId="Web-{F2C733AD-3D1B-CD8E-CC9B-AB5BC299749C}" dt="2026-03-18T15:43:45.079" v="1" actId="34807"/>
          <ac:spMkLst>
            <pc:docMk/>
            <pc:sldMk cId="1041876778" sldId="2568"/>
            <ac:spMk id="2" creationId="{B2271FF0-B2E6-D5F0-3411-10CB5829462E}"/>
          </ac:spMkLst>
        </pc:spChg>
        <pc:spChg chg="mod">
          <ac:chgData name="" userId="" providerId="" clId="Web-{F2C733AD-3D1B-CD8E-CC9B-AB5BC299749C}" dt="2026-03-18T15:43:45.079" v="1" actId="34807"/>
          <ac:spMkLst>
            <pc:docMk/>
            <pc:sldMk cId="1041876778" sldId="2568"/>
            <ac:spMk id="4" creationId="{720D26C8-D2AF-4FF7-45CC-07AB8FA1566A}"/>
          </ac:spMkLst>
        </pc:spChg>
        <pc:spChg chg="mod">
          <ac:chgData name="" userId="" providerId="" clId="Web-{F2C733AD-3D1B-CD8E-CC9B-AB5BC299749C}" dt="2026-03-18T15:43:45.079" v="1" actId="34807"/>
          <ac:spMkLst>
            <pc:docMk/>
            <pc:sldMk cId="1041876778" sldId="2568"/>
            <ac:spMk id="5" creationId="{E69D7544-ECCB-17A3-79BB-270196420EF9}"/>
          </ac:spMkLst>
        </pc:spChg>
        <pc:spChg chg="mod">
          <ac:chgData name="" userId="" providerId="" clId="Web-{F2C733AD-3D1B-CD8E-CC9B-AB5BC299749C}" dt="2026-03-18T15:43:45.079" v="1" actId="34807"/>
          <ac:spMkLst>
            <pc:docMk/>
            <pc:sldMk cId="1041876778" sldId="2568"/>
            <ac:spMk id="6" creationId="{43A4857D-3D0C-CF67-F2F7-90DEFF2866D3}"/>
          </ac:spMkLst>
        </pc:spChg>
      </pc:sldChg>
      <pc:sldChg chg="modSp add mod modTransition addAnim chgLayout">
        <pc:chgData name="" userId="" providerId="" clId="Web-{F2C733AD-3D1B-CD8E-CC9B-AB5BC299749C}" dt="2026-03-18T15:43:45.079" v="12" actId="34807"/>
        <pc:sldMkLst>
          <pc:docMk/>
          <pc:sldMk cId="58284131" sldId="2569"/>
        </pc:sldMkLst>
        <pc:spChg chg="mod">
          <ac:chgData name="" userId="" providerId="" clId="Web-{F2C733AD-3D1B-CD8E-CC9B-AB5BC299749C}" dt="2026-03-18T15:43:45.079" v="1" actId="34807"/>
          <ac:spMkLst>
            <pc:docMk/>
            <pc:sldMk cId="58284131" sldId="2569"/>
            <ac:spMk id="2" creationId="{5647F257-50BC-5EB6-3B53-7F838B009803}"/>
          </ac:spMkLst>
        </pc:spChg>
        <pc:spChg chg="mod">
          <ac:chgData name="" userId="" providerId="" clId="Web-{F2C733AD-3D1B-CD8E-CC9B-AB5BC299749C}" dt="2026-03-18T15:43:45.079" v="1" actId="34807"/>
          <ac:spMkLst>
            <pc:docMk/>
            <pc:sldMk cId="58284131" sldId="2569"/>
            <ac:spMk id="4" creationId="{6E746457-1E1D-FEBB-A9BA-AEC4C8BAC343}"/>
          </ac:spMkLst>
        </pc:spChg>
        <pc:spChg chg="mod">
          <ac:chgData name="" userId="" providerId="" clId="Web-{F2C733AD-3D1B-CD8E-CC9B-AB5BC299749C}" dt="2026-03-18T15:43:45.079" v="1" actId="34807"/>
          <ac:spMkLst>
            <pc:docMk/>
            <pc:sldMk cId="58284131" sldId="2569"/>
            <ac:spMk id="5" creationId="{742D5471-9D46-BD27-1382-ACC86E9378B9}"/>
          </ac:spMkLst>
        </pc:spChg>
        <pc:spChg chg="mod">
          <ac:chgData name="" userId="" providerId="" clId="Web-{F2C733AD-3D1B-CD8E-CC9B-AB5BC299749C}" dt="2026-03-18T15:43:45.079" v="1" actId="34807"/>
          <ac:spMkLst>
            <pc:docMk/>
            <pc:sldMk cId="58284131" sldId="2569"/>
            <ac:spMk id="6" creationId="{55B3D9C3-3CFF-AEF6-FE64-DBF2F25045DB}"/>
          </ac:spMkLst>
        </pc:spChg>
        <pc:spChg chg="mod ord">
          <ac:chgData name="" userId="" providerId="" clId="Web-{F2C733AD-3D1B-CD8E-CC9B-AB5BC299749C}" dt="2026-03-18T15:43:45.079" v="1" actId="34807"/>
          <ac:spMkLst>
            <pc:docMk/>
            <pc:sldMk cId="58284131" sldId="2569"/>
            <ac:spMk id="8" creationId="{CED32C26-2DB3-43D6-A152-1D0A766CF9BF}"/>
          </ac:spMkLst>
        </pc:spChg>
        <pc:picChg chg="mod">
          <ac:chgData name="" userId="" providerId="" clId="Web-{F2C733AD-3D1B-CD8E-CC9B-AB5BC299749C}" dt="2026-03-18T15:43:45.079" v="1" actId="34807"/>
          <ac:picMkLst>
            <pc:docMk/>
            <pc:sldMk cId="58284131" sldId="2569"/>
            <ac:picMk id="7" creationId="{CC25F8E7-2F83-41FD-A649-805AC2F01CA9}"/>
          </ac:picMkLst>
        </pc:picChg>
      </pc:sldChg>
      <pc:sldChg chg="modSp add mod modTransition modClrScheme addAnim chgLayout">
        <pc:chgData name="" userId="" providerId="" clId="Web-{F2C733AD-3D1B-CD8E-CC9B-AB5BC299749C}" dt="2026-03-18T15:43:45.079" v="13" actId="34807"/>
        <pc:sldMkLst>
          <pc:docMk/>
          <pc:sldMk cId="1342954714" sldId="2570"/>
        </pc:sldMkLst>
        <pc:spChg chg="mod">
          <ac:chgData name="" userId="" providerId="" clId="Web-{F2C733AD-3D1B-CD8E-CC9B-AB5BC299749C}" dt="2026-03-18T15:43:45.079" v="1" actId="34807"/>
          <ac:spMkLst>
            <pc:docMk/>
            <pc:sldMk cId="1342954714" sldId="2570"/>
            <ac:spMk id="2" creationId="{91167AE5-9906-6C08-D960-DCA74022BDFF}"/>
          </ac:spMkLst>
        </pc:spChg>
        <pc:spChg chg="mod">
          <ac:chgData name="" userId="" providerId="" clId="Web-{F2C733AD-3D1B-CD8E-CC9B-AB5BC299749C}" dt="2026-03-18T15:43:45.079" v="1" actId="34807"/>
          <ac:spMkLst>
            <pc:docMk/>
            <pc:sldMk cId="1342954714" sldId="2570"/>
            <ac:spMk id="4" creationId="{B3AC7920-EDED-44D6-15D8-A76AD020AA86}"/>
          </ac:spMkLst>
        </pc:spChg>
        <pc:spChg chg="mod">
          <ac:chgData name="" userId="" providerId="" clId="Web-{F2C733AD-3D1B-CD8E-CC9B-AB5BC299749C}" dt="2026-03-18T15:43:45.079" v="1" actId="34807"/>
          <ac:spMkLst>
            <pc:docMk/>
            <pc:sldMk cId="1342954714" sldId="2570"/>
            <ac:spMk id="5" creationId="{57ABD64F-2B63-3F74-85B9-0864653EB030}"/>
          </ac:spMkLst>
        </pc:spChg>
        <pc:spChg chg="mod">
          <ac:chgData name="" userId="" providerId="" clId="Web-{F2C733AD-3D1B-CD8E-CC9B-AB5BC299749C}" dt="2026-03-18T15:43:45.079" v="1" actId="34807"/>
          <ac:spMkLst>
            <pc:docMk/>
            <pc:sldMk cId="1342954714" sldId="2570"/>
            <ac:spMk id="6" creationId="{EB1748E2-1267-0912-6093-9AB9D862DD0F}"/>
          </ac:spMkLst>
        </pc:spChg>
      </pc:sldChg>
      <pc:sldChg chg="modSp add mod modTransition addAnim">
        <pc:chgData name="" userId="" providerId="" clId="Web-{F2C733AD-3D1B-CD8E-CC9B-AB5BC299749C}" dt="2026-03-18T15:43:45.079" v="14" actId="34807"/>
        <pc:sldMkLst>
          <pc:docMk/>
          <pc:sldMk cId="186518192" sldId="2571"/>
        </pc:sldMkLst>
        <pc:spChg chg="mod">
          <ac:chgData name="" userId="" providerId="" clId="Web-{F2C733AD-3D1B-CD8E-CC9B-AB5BC299749C}" dt="2026-03-18T15:43:45.079" v="1" actId="34807"/>
          <ac:spMkLst>
            <pc:docMk/>
            <pc:sldMk cId="186518192" sldId="2571"/>
            <ac:spMk id="2" creationId="{7820560A-DDE0-A6F4-793C-62974610434E}"/>
          </ac:spMkLst>
        </pc:spChg>
        <pc:spChg chg="mod">
          <ac:chgData name="" userId="" providerId="" clId="Web-{F2C733AD-3D1B-CD8E-CC9B-AB5BC299749C}" dt="2026-03-18T15:43:45.079" v="1" actId="34807"/>
          <ac:spMkLst>
            <pc:docMk/>
            <pc:sldMk cId="186518192" sldId="2571"/>
            <ac:spMk id="4" creationId="{FFCE5D0E-29A9-6190-4F1A-E2D1E970ABF7}"/>
          </ac:spMkLst>
        </pc:spChg>
        <pc:spChg chg="mod">
          <ac:chgData name="" userId="" providerId="" clId="Web-{F2C733AD-3D1B-CD8E-CC9B-AB5BC299749C}" dt="2026-03-18T15:43:45.079" v="1" actId="34807"/>
          <ac:spMkLst>
            <pc:docMk/>
            <pc:sldMk cId="186518192" sldId="2571"/>
            <ac:spMk id="5" creationId="{8FBEA4D3-3294-0708-F8C7-FEEEC54C41DE}"/>
          </ac:spMkLst>
        </pc:spChg>
        <pc:spChg chg="mod">
          <ac:chgData name="" userId="" providerId="" clId="Web-{F2C733AD-3D1B-CD8E-CC9B-AB5BC299749C}" dt="2026-03-18T15:43:45.079" v="1" actId="34807"/>
          <ac:spMkLst>
            <pc:docMk/>
            <pc:sldMk cId="186518192" sldId="2571"/>
            <ac:spMk id="6" creationId="{E26556F0-3AE6-792A-8AC1-20D081CC5FAA}"/>
          </ac:spMkLst>
        </pc:spChg>
        <pc:spChg chg="mod ord">
          <ac:chgData name="" userId="" providerId="" clId="Web-{F2C733AD-3D1B-CD8E-CC9B-AB5BC299749C}" dt="2026-03-18T15:43:45.079" v="1" actId="34807"/>
          <ac:spMkLst>
            <pc:docMk/>
            <pc:sldMk cId="186518192" sldId="2571"/>
            <ac:spMk id="8" creationId="{F2022AEB-889D-4B69-8837-E356B88AA210}"/>
          </ac:spMkLst>
        </pc:spChg>
        <pc:picChg chg="mod ord">
          <ac:chgData name="" userId="" providerId="" clId="Web-{F2C733AD-3D1B-CD8E-CC9B-AB5BC299749C}" dt="2026-03-18T15:43:45.079" v="1" actId="34807"/>
          <ac:picMkLst>
            <pc:docMk/>
            <pc:sldMk cId="186518192" sldId="2571"/>
            <ac:picMk id="7" creationId="{56E6E9E6-EF3A-45AB-B6E7-DC5369460D21}"/>
          </ac:picMkLst>
        </pc:picChg>
      </pc:sldChg>
      <pc:sldChg chg="modSp add mod modTransition modClrScheme addAnim chgLayout">
        <pc:chgData name="" userId="" providerId="" clId="Web-{F2C733AD-3D1B-CD8E-CC9B-AB5BC299749C}" dt="2026-03-18T15:43:45.079" v="15" actId="34807"/>
        <pc:sldMkLst>
          <pc:docMk/>
          <pc:sldMk cId="67991742" sldId="2572"/>
        </pc:sldMkLst>
        <pc:spChg chg="mod">
          <ac:chgData name="" userId="" providerId="" clId="Web-{F2C733AD-3D1B-CD8E-CC9B-AB5BC299749C}" dt="2026-03-18T15:43:45.079" v="1" actId="34807"/>
          <ac:spMkLst>
            <pc:docMk/>
            <pc:sldMk cId="67991742" sldId="2572"/>
            <ac:spMk id="2" creationId="{D4ED9541-69E7-5D5D-5BD0-185756FC48F2}"/>
          </ac:spMkLst>
        </pc:spChg>
        <pc:spChg chg="mod">
          <ac:chgData name="" userId="" providerId="" clId="Web-{F2C733AD-3D1B-CD8E-CC9B-AB5BC299749C}" dt="2026-03-18T15:43:45.079" v="1" actId="34807"/>
          <ac:spMkLst>
            <pc:docMk/>
            <pc:sldMk cId="67991742" sldId="2572"/>
            <ac:spMk id="4" creationId="{88457D3A-3459-A816-0C41-375989752089}"/>
          </ac:spMkLst>
        </pc:spChg>
        <pc:spChg chg="mod">
          <ac:chgData name="" userId="" providerId="" clId="Web-{F2C733AD-3D1B-CD8E-CC9B-AB5BC299749C}" dt="2026-03-18T15:43:45.079" v="1" actId="34807"/>
          <ac:spMkLst>
            <pc:docMk/>
            <pc:sldMk cId="67991742" sldId="2572"/>
            <ac:spMk id="5" creationId="{7077E6C4-6F77-AEC6-BA42-4B369689EC8F}"/>
          </ac:spMkLst>
        </pc:spChg>
        <pc:spChg chg="mod">
          <ac:chgData name="" userId="" providerId="" clId="Web-{F2C733AD-3D1B-CD8E-CC9B-AB5BC299749C}" dt="2026-03-18T15:43:45.079" v="1" actId="34807"/>
          <ac:spMkLst>
            <pc:docMk/>
            <pc:sldMk cId="67991742" sldId="2572"/>
            <ac:spMk id="6" creationId="{F4486470-0636-656A-1AEA-61C3A8134BFF}"/>
          </ac:spMkLst>
        </pc:spChg>
      </pc:sldChg>
      <pc:sldChg chg="modSp add mod modTransition modClrScheme addAnim chgLayout">
        <pc:chgData name="" userId="" providerId="" clId="Web-{F2C733AD-3D1B-CD8E-CC9B-AB5BC299749C}" dt="2026-03-18T15:43:45.079" v="16" actId="34807"/>
        <pc:sldMkLst>
          <pc:docMk/>
          <pc:sldMk cId="4057735164" sldId="2573"/>
        </pc:sldMkLst>
        <pc:spChg chg="mod">
          <ac:chgData name="" userId="" providerId="" clId="Web-{F2C733AD-3D1B-CD8E-CC9B-AB5BC299749C}" dt="2026-03-18T15:43:45.079" v="1" actId="34807"/>
          <ac:spMkLst>
            <pc:docMk/>
            <pc:sldMk cId="4057735164" sldId="2573"/>
            <ac:spMk id="2" creationId="{DD6AA785-72A3-783B-AD8C-439C832EC223}"/>
          </ac:spMkLst>
        </pc:spChg>
        <pc:spChg chg="mod">
          <ac:chgData name="" userId="" providerId="" clId="Web-{F2C733AD-3D1B-CD8E-CC9B-AB5BC299749C}" dt="2026-03-18T15:43:45.079" v="1" actId="34807"/>
          <ac:spMkLst>
            <pc:docMk/>
            <pc:sldMk cId="4057735164" sldId="2573"/>
            <ac:spMk id="4" creationId="{F8150C5A-BE92-75C3-BBA3-B01B898E6F85}"/>
          </ac:spMkLst>
        </pc:spChg>
        <pc:spChg chg="mod">
          <ac:chgData name="" userId="" providerId="" clId="Web-{F2C733AD-3D1B-CD8E-CC9B-AB5BC299749C}" dt="2026-03-18T15:43:45.079" v="1" actId="34807"/>
          <ac:spMkLst>
            <pc:docMk/>
            <pc:sldMk cId="4057735164" sldId="2573"/>
            <ac:spMk id="5" creationId="{3BECF56D-AAD6-0672-5AAE-9F6656145F56}"/>
          </ac:spMkLst>
        </pc:spChg>
        <pc:spChg chg="mod">
          <ac:chgData name="" userId="" providerId="" clId="Web-{F2C733AD-3D1B-CD8E-CC9B-AB5BC299749C}" dt="2026-03-18T15:43:45.079" v="1" actId="34807"/>
          <ac:spMkLst>
            <pc:docMk/>
            <pc:sldMk cId="4057735164" sldId="2573"/>
            <ac:spMk id="6" creationId="{2A96E574-8A6C-C0E3-0168-8EDB1907C069}"/>
          </ac:spMkLst>
        </pc:spChg>
        <pc:spChg chg="mod ord">
          <ac:chgData name="" userId="" providerId="" clId="Web-{F2C733AD-3D1B-CD8E-CC9B-AB5BC299749C}" dt="2026-03-18T15:43:45.079" v="1" actId="34807"/>
          <ac:spMkLst>
            <pc:docMk/>
            <pc:sldMk cId="4057735164" sldId="2573"/>
            <ac:spMk id="8" creationId="{742E7F0D-922F-453B-A8FF-E88835BA2369}"/>
          </ac:spMkLst>
        </pc:spChg>
        <pc:picChg chg="mod">
          <ac:chgData name="" userId="" providerId="" clId="Web-{F2C733AD-3D1B-CD8E-CC9B-AB5BC299749C}" dt="2026-03-18T15:43:45.079" v="1" actId="34807"/>
          <ac:picMkLst>
            <pc:docMk/>
            <pc:sldMk cId="4057735164" sldId="2573"/>
            <ac:picMk id="7" creationId="{41DEDF16-754A-4449-AF6F-140CEFE8AEA2}"/>
          </ac:picMkLst>
        </pc:picChg>
      </pc:sldChg>
      <pc:sldChg chg="modSp add mod modTransition modClrScheme addAnim chgLayout">
        <pc:chgData name="" userId="" providerId="" clId="Web-{F2C733AD-3D1B-CD8E-CC9B-AB5BC299749C}" dt="2026-03-18T15:43:45.094" v="17" actId="34807"/>
        <pc:sldMkLst>
          <pc:docMk/>
          <pc:sldMk cId="3095777945" sldId="2574"/>
        </pc:sldMkLst>
        <pc:spChg chg="mod">
          <ac:chgData name="" userId="" providerId="" clId="Web-{F2C733AD-3D1B-CD8E-CC9B-AB5BC299749C}" dt="2026-03-18T15:43:45.079" v="1" actId="34807"/>
          <ac:spMkLst>
            <pc:docMk/>
            <pc:sldMk cId="3095777945" sldId="2574"/>
            <ac:spMk id="2" creationId="{73A38441-E5A9-E9B0-AF7A-ABC999FB8595}"/>
          </ac:spMkLst>
        </pc:spChg>
        <pc:spChg chg="mod">
          <ac:chgData name="" userId="" providerId="" clId="Web-{F2C733AD-3D1B-CD8E-CC9B-AB5BC299749C}" dt="2026-03-18T15:43:45.079" v="1" actId="34807"/>
          <ac:spMkLst>
            <pc:docMk/>
            <pc:sldMk cId="3095777945" sldId="2574"/>
            <ac:spMk id="4" creationId="{2BC97DBC-96C1-B0B7-3CEB-932E4E4F072B}"/>
          </ac:spMkLst>
        </pc:spChg>
        <pc:spChg chg="mod">
          <ac:chgData name="" userId="" providerId="" clId="Web-{F2C733AD-3D1B-CD8E-CC9B-AB5BC299749C}" dt="2026-03-18T15:43:45.079" v="1" actId="34807"/>
          <ac:spMkLst>
            <pc:docMk/>
            <pc:sldMk cId="3095777945" sldId="2574"/>
            <ac:spMk id="5" creationId="{638E733E-DE4C-5B4C-0862-C75B8F01A5D7}"/>
          </ac:spMkLst>
        </pc:spChg>
        <pc:spChg chg="mod">
          <ac:chgData name="" userId="" providerId="" clId="Web-{F2C733AD-3D1B-CD8E-CC9B-AB5BC299749C}" dt="2026-03-18T15:43:45.079" v="1" actId="34807"/>
          <ac:spMkLst>
            <pc:docMk/>
            <pc:sldMk cId="3095777945" sldId="2574"/>
            <ac:spMk id="6" creationId="{E8E817FD-E965-C299-BAF4-3B4D813B1F56}"/>
          </ac:spMkLst>
        </pc:spChg>
      </pc:sldChg>
      <pc:sldChg chg="modSp add mod modTransition modClrScheme addAnim chgLayout">
        <pc:chgData name="" userId="" providerId="" clId="Web-{F2C733AD-3D1B-CD8E-CC9B-AB5BC299749C}" dt="2026-03-18T15:43:45.094" v="18" actId="34807"/>
        <pc:sldMkLst>
          <pc:docMk/>
          <pc:sldMk cId="2504249271" sldId="2575"/>
        </pc:sldMkLst>
        <pc:spChg chg="mod">
          <ac:chgData name="" userId="" providerId="" clId="Web-{F2C733AD-3D1B-CD8E-CC9B-AB5BC299749C}" dt="2026-03-18T15:43:45.079" v="1" actId="34807"/>
          <ac:spMkLst>
            <pc:docMk/>
            <pc:sldMk cId="2504249271" sldId="2575"/>
            <ac:spMk id="2" creationId="{FCAC82D9-C094-00A9-7AFA-3E713455BB36}"/>
          </ac:spMkLst>
        </pc:spChg>
        <pc:spChg chg="mod">
          <ac:chgData name="" userId="" providerId="" clId="Web-{F2C733AD-3D1B-CD8E-CC9B-AB5BC299749C}" dt="2026-03-18T15:43:45.079" v="1" actId="34807"/>
          <ac:spMkLst>
            <pc:docMk/>
            <pc:sldMk cId="2504249271" sldId="2575"/>
            <ac:spMk id="4" creationId="{4F91910E-2476-471B-7057-D3EDDEE1DC42}"/>
          </ac:spMkLst>
        </pc:spChg>
        <pc:spChg chg="mod">
          <ac:chgData name="" userId="" providerId="" clId="Web-{F2C733AD-3D1B-CD8E-CC9B-AB5BC299749C}" dt="2026-03-18T15:43:45.079" v="1" actId="34807"/>
          <ac:spMkLst>
            <pc:docMk/>
            <pc:sldMk cId="2504249271" sldId="2575"/>
            <ac:spMk id="5" creationId="{7E3FCFFD-3FF0-A243-F2E2-38D326A8433F}"/>
          </ac:spMkLst>
        </pc:spChg>
        <pc:spChg chg="mod">
          <ac:chgData name="" userId="" providerId="" clId="Web-{F2C733AD-3D1B-CD8E-CC9B-AB5BC299749C}" dt="2026-03-18T15:43:45.079" v="1" actId="34807"/>
          <ac:spMkLst>
            <pc:docMk/>
            <pc:sldMk cId="2504249271" sldId="2575"/>
            <ac:spMk id="6" creationId="{6B018F20-6EDE-188E-301C-6C0701013145}"/>
          </ac:spMkLst>
        </pc:spChg>
        <pc:spChg chg="mod ord">
          <ac:chgData name="" userId="" providerId="" clId="Web-{F2C733AD-3D1B-CD8E-CC9B-AB5BC299749C}" dt="2026-03-18T15:43:45.079" v="1" actId="34807"/>
          <ac:spMkLst>
            <pc:docMk/>
            <pc:sldMk cId="2504249271" sldId="2575"/>
            <ac:spMk id="8" creationId="{DA79B4F6-5E93-44AF-8D5E-0F6DF2606556}"/>
          </ac:spMkLst>
        </pc:spChg>
        <pc:picChg chg="mod ord">
          <ac:chgData name="" userId="" providerId="" clId="Web-{F2C733AD-3D1B-CD8E-CC9B-AB5BC299749C}" dt="2026-03-18T15:43:45.079" v="1" actId="34807"/>
          <ac:picMkLst>
            <pc:docMk/>
            <pc:sldMk cId="2504249271" sldId="2575"/>
            <ac:picMk id="7" creationId="{CB35F1F8-BC5F-434B-BF6F-4206AE45D751}"/>
          </ac:picMkLst>
        </pc:picChg>
      </pc:sldChg>
      <pc:sldChg chg="modSp add mod modTransition modClrScheme addAnim chgLayout">
        <pc:chgData name="" userId="" providerId="" clId="Web-{F2C733AD-3D1B-CD8E-CC9B-AB5BC299749C}" dt="2026-03-18T15:43:45.094" v="19" actId="34807"/>
        <pc:sldMkLst>
          <pc:docMk/>
          <pc:sldMk cId="355459697" sldId="2576"/>
        </pc:sldMkLst>
        <pc:spChg chg="mod">
          <ac:chgData name="" userId="" providerId="" clId="Web-{F2C733AD-3D1B-CD8E-CC9B-AB5BC299749C}" dt="2026-03-18T15:43:45.079" v="1" actId="34807"/>
          <ac:spMkLst>
            <pc:docMk/>
            <pc:sldMk cId="355459697" sldId="2576"/>
            <ac:spMk id="2" creationId="{DEA2E181-2DE5-8D59-8DF4-28DC050442FA}"/>
          </ac:spMkLst>
        </pc:spChg>
        <pc:spChg chg="mod">
          <ac:chgData name="" userId="" providerId="" clId="Web-{F2C733AD-3D1B-CD8E-CC9B-AB5BC299749C}" dt="2026-03-18T15:43:45.079" v="1" actId="34807"/>
          <ac:spMkLst>
            <pc:docMk/>
            <pc:sldMk cId="355459697" sldId="2576"/>
            <ac:spMk id="4" creationId="{CA23474E-2BB2-2946-3778-57499981CB8C}"/>
          </ac:spMkLst>
        </pc:spChg>
        <pc:spChg chg="mod">
          <ac:chgData name="" userId="" providerId="" clId="Web-{F2C733AD-3D1B-CD8E-CC9B-AB5BC299749C}" dt="2026-03-18T15:43:45.079" v="1" actId="34807"/>
          <ac:spMkLst>
            <pc:docMk/>
            <pc:sldMk cId="355459697" sldId="2576"/>
            <ac:spMk id="5" creationId="{3A0E9BF4-372B-428A-2B10-44B94FAA5665}"/>
          </ac:spMkLst>
        </pc:spChg>
        <pc:spChg chg="mod">
          <ac:chgData name="" userId="" providerId="" clId="Web-{F2C733AD-3D1B-CD8E-CC9B-AB5BC299749C}" dt="2026-03-18T15:43:45.079" v="1" actId="34807"/>
          <ac:spMkLst>
            <pc:docMk/>
            <pc:sldMk cId="355459697" sldId="2576"/>
            <ac:spMk id="6" creationId="{EAF70BA8-5BD3-141D-1502-590AB6490DFA}"/>
          </ac:spMkLst>
        </pc:spChg>
      </pc:sldChg>
      <pc:sldChg chg="modSp add mod modTransition addAnim">
        <pc:chgData name="" userId="" providerId="" clId="Web-{F2C733AD-3D1B-CD8E-CC9B-AB5BC299749C}" dt="2026-03-18T15:43:45.094" v="20" actId="34807"/>
        <pc:sldMkLst>
          <pc:docMk/>
          <pc:sldMk cId="3976831193" sldId="2577"/>
        </pc:sldMkLst>
        <pc:spChg chg="mod">
          <ac:chgData name="" userId="" providerId="" clId="Web-{F2C733AD-3D1B-CD8E-CC9B-AB5BC299749C}" dt="2026-03-18T15:43:45.079" v="1" actId="34807"/>
          <ac:spMkLst>
            <pc:docMk/>
            <pc:sldMk cId="3976831193" sldId="2577"/>
            <ac:spMk id="2" creationId="{38289A03-CF2B-B7AC-9F45-6FA8EF26CAC8}"/>
          </ac:spMkLst>
        </pc:spChg>
        <pc:spChg chg="mod">
          <ac:chgData name="" userId="" providerId="" clId="Web-{F2C733AD-3D1B-CD8E-CC9B-AB5BC299749C}" dt="2026-03-18T15:43:45.079" v="1" actId="34807"/>
          <ac:spMkLst>
            <pc:docMk/>
            <pc:sldMk cId="3976831193" sldId="2577"/>
            <ac:spMk id="4" creationId="{68658ACF-70D4-4A14-1214-A016DBFE4E61}"/>
          </ac:spMkLst>
        </pc:spChg>
        <pc:spChg chg="mod">
          <ac:chgData name="" userId="" providerId="" clId="Web-{F2C733AD-3D1B-CD8E-CC9B-AB5BC299749C}" dt="2026-03-18T15:43:45.079" v="1" actId="34807"/>
          <ac:spMkLst>
            <pc:docMk/>
            <pc:sldMk cId="3976831193" sldId="2577"/>
            <ac:spMk id="5" creationId="{4BE9034F-6699-2438-BD69-8810779FCF2C}"/>
          </ac:spMkLst>
        </pc:spChg>
        <pc:spChg chg="mod">
          <ac:chgData name="" userId="" providerId="" clId="Web-{F2C733AD-3D1B-CD8E-CC9B-AB5BC299749C}" dt="2026-03-18T15:43:45.079" v="1" actId="34807"/>
          <ac:spMkLst>
            <pc:docMk/>
            <pc:sldMk cId="3976831193" sldId="2577"/>
            <ac:spMk id="6" creationId="{AE942105-985A-181F-2989-1117498A8DCA}"/>
          </ac:spMkLst>
        </pc:spChg>
        <pc:spChg chg="mod ord">
          <ac:chgData name="" userId="" providerId="" clId="Web-{F2C733AD-3D1B-CD8E-CC9B-AB5BC299749C}" dt="2026-03-18T15:43:45.079" v="1" actId="34807"/>
          <ac:spMkLst>
            <pc:docMk/>
            <pc:sldMk cId="3976831193" sldId="2577"/>
            <ac:spMk id="8" creationId="{05828AEE-F297-44E4-98EA-0E4D0BCBE518}"/>
          </ac:spMkLst>
        </pc:spChg>
        <pc:picChg chg="mod ord">
          <ac:chgData name="" userId="" providerId="" clId="Web-{F2C733AD-3D1B-CD8E-CC9B-AB5BC299749C}" dt="2026-03-18T15:43:45.079" v="1" actId="34807"/>
          <ac:picMkLst>
            <pc:docMk/>
            <pc:sldMk cId="3976831193" sldId="2577"/>
            <ac:picMk id="7" creationId="{AF3D980F-DD1A-4950-A295-C13CAE481D7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ço Reservado para Data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5D1EC30-5B0B-48D0-A1A8-66A96720DF24}" type="datetimeFigureOut">
              <a:rPr lang="en-US" smtClean="0"/>
              <a:t>3/18/2026</a:t>
            </a:fld>
            <a:endParaRPr lang="en-US"/>
          </a:p>
        </p:txBody>
      </p:sp>
      <p:sp>
        <p:nvSpPr>
          <p:cNvPr id="4" name="Espaço Reservado para Rodapé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Espaço Reservado para o Número do Slide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9F68A4D-42A7-45F7-9930-00E8DCB48D7E}" type="datetimeFigureOut">
              <a:rPr lang="en-US" smtClean="0"/>
              <a:t>3/18/2026</a:t>
            </a:fld>
            <a:endParaRPr lang="en-US"/>
          </a:p>
        </p:txBody>
      </p:sp>
      <p:sp>
        <p:nvSpPr>
          <p:cNvPr id="4" name="Espaço Reservado para Imagem do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Espaço Reservado para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Espaço Reservado para o Número do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Os conteúdos gerados por IA poderão estar incorretos.
---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a:t>
            </a:fld>
            <a:endParaRPr lang="en-US"/>
          </a:p>
        </p:txBody>
      </p:sp>
    </p:spTree>
    <p:extLst>
      <p:ext uri="{BB962C8B-B14F-4D97-AF65-F5344CB8AC3E}">
        <p14:creationId xmlns:p14="http://schemas.microsoft.com/office/powerpoint/2010/main" val="3375034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Definição do Tema e Contexto Social</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2</a:t>
            </a:fld>
            <a:endParaRPr lang="en-US"/>
          </a:p>
        </p:txBody>
      </p:sp>
    </p:spTree>
    <p:extLst>
      <p:ext uri="{BB962C8B-B14F-4D97-AF65-F5344CB8AC3E}">
        <p14:creationId xmlns:p14="http://schemas.microsoft.com/office/powerpoint/2010/main" val="2826148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 projeto propõe o desenvolvimento de um aplicativo móvel voltado a consumidores com restrições alimentares, como pessoas com doença celíaca, intolerância à lactose, diabetes e diferentes tipos de alergias alimentares. Nos últimos anos, observa-se um crescimento significativo desses grupos, impulsionado tanto por melhores diagnósticos quanto por mudanças nos hábitos alimentares e no estilo de vida da população. No ambiente de supermercados, esses consumidores enfrentam desafios diários ao tentar identificar produtos seguros para consumo, uma vez que a leitura de rótulos exige tempo, atenção e conhecimento técnico sobre ingredientes e nomenclaturas pouco intuitivas. Muitas informações são apresentadas em letras pequenas, com termos científicos ou sinônimos que dificultam a compreensão rápida, especialmente em situações cotidianas de compra. Além disso, existe o risco de contaminação cruzada e de interpretações equivocadas, o que pode gerar sérios problemas de saúde. Nesse contexto, a tecnologia surge como uma ferramenta de inclusão e apoio à tomada de decisão, permitindo transformar uma tarefa complexa em um processo simples e acessível. A proposta do aplicativo está alinhada a uma demanda social real, buscando promover segurança alimentar, autonomia do consumidor e melhor experiência de compra. Ao oferecer informações claras e personalizadas, o projeto se insere em um cenário de crescente valorização de soluções digitais voltadas à saúde, bem-estar e qualidade de vida, especialmente no uso de dispositivos móveis amplamente difundidos no Brasil.</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3</a:t>
            </a:fld>
            <a:endParaRPr lang="en-US"/>
          </a:p>
        </p:txBody>
      </p:sp>
    </p:spTree>
    <p:extLst>
      <p:ext uri="{BB962C8B-B14F-4D97-AF65-F5344CB8AC3E}">
        <p14:creationId xmlns:p14="http://schemas.microsoft.com/office/powerpoint/2010/main" val="1505395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Problema a Ser Resolvido e Motivação do Projeto</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4</a:t>
            </a:fld>
            <a:endParaRPr lang="en-US"/>
          </a:p>
        </p:txBody>
      </p:sp>
    </p:spTree>
    <p:extLst>
      <p:ext uri="{BB962C8B-B14F-4D97-AF65-F5344CB8AC3E}">
        <p14:creationId xmlns:p14="http://schemas.microsoft.com/office/powerpoint/2010/main" val="1766926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Consumidores com restrições alimentares enfrentam dificuldades significativas para identificar, de forma rápida e confiável, se um produto é seguro para consumo. Entre os principais problemas estão a complexidade dos rótulos nutricionais, o uso de termos técnicos desconhecidos, a falta de padronização das informações e o tempo excessivo gasto analisando embalagens. Essas dificuldades geram insegurança, estresse e aumentam o risco de ingestão acidental de substâncias proibidas, o que pode resultar em reações alérgicas, complicações metabólicas ou outros impactos graves à saúde. A motivação do projeto nasce justamente da necessidade de reduzir esses riscos e facilitar o cotidiano dessas pessoas, oferecendo uma solução prática e acessível. O aplicativo busca atuar como uma ferramenta de apoio à decisão, não substituindo orientações médicas, mas auxiliando o consumidor no momento da compra. Ao permitir a leitura de código de barras e a análise automática dos ingredientes com base no perfil alimentar do usuário, a solução promove maior autonomia, confiança e segurança. Além disso, contribui para a inclusão alimentar, ao considerar as necessidades específicas de diferentes públicos. A motivação também está relacionada ao impacto social positivo, uma vez que a solução pode melhorar a qualidade de vida de milhões de pessoas, reduzir erros comuns no consumo de alimentos e incentivar práticas mais conscientes e informadas no mercado alimentício.</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5</a:t>
            </a:fld>
            <a:endParaRPr lang="en-US"/>
          </a:p>
        </p:txBody>
      </p:sp>
    </p:spTree>
    <p:extLst>
      <p:ext uri="{BB962C8B-B14F-4D97-AF65-F5344CB8AC3E}">
        <p14:creationId xmlns:p14="http://schemas.microsoft.com/office/powerpoint/2010/main" val="33122666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Descrição da Solução e Benefícios ao Usuário</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6</a:t>
            </a:fld>
            <a:endParaRPr lang="en-US"/>
          </a:p>
        </p:txBody>
      </p:sp>
    </p:spTree>
    <p:extLst>
      <p:ext uri="{BB962C8B-B14F-4D97-AF65-F5344CB8AC3E}">
        <p14:creationId xmlns:p14="http://schemas.microsoft.com/office/powerpoint/2010/main" val="1343901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proposta de valor do projeto está centrada no desenvolvimento de um aplicativo mobile capaz de identificar rapidamente se um produto alimentício é adequado às restrições do usuário. A principal funcionalidade consiste na leitura do código de barras do produto, que permite consultar um banco de dados nutricional e apresentar uma classificação clara, como “seguro”, “atenção” ou “não recomendado”. O diferencial da solução é a personalização, já que o usuário poderá cadastrar seu perfil alimentar, informando restrições como intolerância à lactose, restrição ao glúten, diabetes ou alergias específicas. Entre os principais benefícios para o usuário estão a economia de tempo no supermercado, a redução de riscos à saúde, o aumento da autonomia e uma experiência de compra mais tranquila e segura. O aplicativo também possui um papel educativo, ao destacar ingredientes críticos e ajudar o consumidor a compreender melhor a composição dos alimentos. Para o mercado, a solução incentiva a transparência alimentar e pode valorizar marcas que oferecem produtos mais seguros e bem informados. Dessa forma, a proposta de valor combina impacto social, utilidade prática e inovação tecnológica, alinhando-se às necessidades reais dos consumidores e às tendências de uso de tecnologia para apoio à saúde e bem-estar.</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7</a:t>
            </a:fld>
            <a:endParaRPr lang="en-US"/>
          </a:p>
        </p:txBody>
      </p:sp>
    </p:spTree>
    <p:extLst>
      <p:ext uri="{BB962C8B-B14F-4D97-AF65-F5344CB8AC3E}">
        <p14:creationId xmlns:p14="http://schemas.microsoft.com/office/powerpoint/2010/main" val="3587546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Identificação dos Stakeholders</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8</a:t>
            </a:fld>
            <a:endParaRPr lang="en-US"/>
          </a:p>
        </p:txBody>
      </p:sp>
    </p:spTree>
    <p:extLst>
      <p:ext uri="{BB962C8B-B14F-4D97-AF65-F5344CB8AC3E}">
        <p14:creationId xmlns:p14="http://schemas.microsoft.com/office/powerpoint/2010/main" val="2726058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Os stakeholders do projeto podem ser divididos em diferentes grupos, de acordo com seu nível de envolvimento e impacto. Os stakeholders primários são os consumidores com restrições alimentares, como celíacos, intolerantes à lactose, diabéticos e pessoas com alergias, que utilizam diretamente o aplicativo e se beneficiam de suas funcionalidades. Também fazem parte desse grupo familiares e cuidadores, que frequentemente realizam compras para essas pessoas e compartilham das mesmas preocupações com segurança alimentar. Como stakeholders secundários, destacam-se nutricionistas e outros profissionais da saúde, que podem recomendar o uso do aplicativo como ferramenta de apoio, além de supermercados e fabricantes de alimentos, que podem se beneficiar de parcerias e da valorização de produtos mais transparentes. A equipe de desenvolvimento e possíveis investidores também são partes interessadas importantes, pois viabilizam técnica e economicamente a solução. Em um nível institucional, associações de celíacos e diabéticos, bem como órgãos de saúde, podem futuramente se tornar parceiros estratégicos. A correta identificação dos stakeholders é essencial para garantir que a solução atenda às expectativas, necessidades e responsabilidades de cada grupo envolvido.</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9</a:t>
            </a:fld>
            <a:endParaRPr lang="en-US"/>
          </a:p>
        </p:txBody>
      </p:sp>
    </p:spTree>
    <p:extLst>
      <p:ext uri="{BB962C8B-B14F-4D97-AF65-F5344CB8AC3E}">
        <p14:creationId xmlns:p14="http://schemas.microsoft.com/office/powerpoint/2010/main" val="34872181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Potencial de Mercado e Justificativas</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10</a:t>
            </a:fld>
            <a:endParaRPr lang="en-US"/>
          </a:p>
        </p:txBody>
      </p:sp>
    </p:spTree>
    <p:extLst>
      <p:ext uri="{BB962C8B-B14F-4D97-AF65-F5344CB8AC3E}">
        <p14:creationId xmlns:p14="http://schemas.microsoft.com/office/powerpoint/2010/main" val="3485691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análise de viabilidade de mercado demonstra que existe um público amplo e crescente para a solução proposta. Estimativas indicam que cerca de 40% da população brasileira apresenta algum grau de intolerância à lactose, enquanto aproximadamente 1% da população mundial é afetada pela doença celíaca, o que representa milhões de pessoas. Além disso, mais de 16 milhões de brasileiros vivem com diabetes, condição que exige controle rigoroso da alimentação. Esses dados evidenciam uma demanda real por ferramentas que auxiliem na escolha segura de alimentos. Outro fator relevante é a ampla disseminação de smartphones no Brasil, com taxas de uso superiores a 80% da população, o que torna o aplicativo acessível e escalável. O mercado consumidor pode ser segmentado em público primário, composto por pessoas com restrições alimentares, e público secundário, formado por familiares, cuidadores e indivíduos interessados em alimentação saudável. A combinação de alta demanda, acesso à tecnologia e impacto social positivo reforça a viabilidade de mercado do projeto.</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11</a:t>
            </a:fld>
            <a:endParaRPr lang="en-US"/>
          </a:p>
        </p:txBody>
      </p:sp>
    </p:spTree>
    <p:extLst>
      <p:ext uri="{BB962C8B-B14F-4D97-AF65-F5344CB8AC3E}">
        <p14:creationId xmlns:p14="http://schemas.microsoft.com/office/powerpoint/2010/main" val="31027044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Recursos Necessários e Sustentabilidade do Projeto</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12</a:t>
            </a:fld>
            <a:endParaRPr lang="en-US"/>
          </a:p>
        </p:txBody>
      </p:sp>
    </p:spTree>
    <p:extLst>
      <p:ext uri="{BB962C8B-B14F-4D97-AF65-F5344CB8AC3E}">
        <p14:creationId xmlns:p14="http://schemas.microsoft.com/office/powerpoint/2010/main" val="20030548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ponto de vista técnico, o projeto é considerado viável, pois utiliza tecnologias já consolidadas, como leitura de código de barras, desenvolvimento mobile e bancos de dados em nuvem. Existem APIs públicas e bases de dados nutricionais que podem ser integradas à solução, reduzindo o esforço inicial de implementação. Em termos de recursos humanos, uma equipe enxuta composta por desenvolvedores e um responsável pelo banco de dados é suficiente para iniciar o projeto. A infraestrutura necessária inclui computadores, acesso à internet e ambientes de desenvolvimento, o que implica baixo custo inicial, especialmente com o uso de ferramentas gratuitas ou de código aberto. Do ponto de vista econômico, os principais custos estão relacionados ao tempo de desenvolvimento, manutenção do banco de dados e eventual marketing. Possíveis fontes de receita incluem versões premium, parcerias com marcas, publicidade segmentada e licenciamento para redes de supermercados. Assim, a relação custo x esforço é considerada favorável, com alto potencial de escalabilidade após a implementação inicial.</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13</a:t>
            </a:fld>
            <a:endParaRPr lang="en-US"/>
          </a:p>
        </p:txBody>
      </p:sp>
    </p:spTree>
    <p:extLst>
      <p:ext uri="{BB962C8B-B14F-4D97-AF65-F5344CB8AC3E}">
        <p14:creationId xmlns:p14="http://schemas.microsoft.com/office/powerpoint/2010/main" val="36363432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Principais Desafios Técnicos e Operacionais</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14</a:t>
            </a:fld>
            <a:endParaRPr lang="en-US"/>
          </a:p>
        </p:txBody>
      </p:sp>
    </p:spTree>
    <p:extLst>
      <p:ext uri="{BB962C8B-B14F-4D97-AF65-F5344CB8AC3E}">
        <p14:creationId xmlns:p14="http://schemas.microsoft.com/office/powerpoint/2010/main" val="35541426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Apesar da viabilidade identificada, o projeto apresenta desafios importantes que precisam ser considerados. Um dos principais é garantir a atualização constante e a confiabilidade das informações nutricionais, uma vez que mudanças na composição dos produtos podem ocorrer com frequência. Outro desafio é a correta classificação de ingredientes complexos e a gestão da responsabilidade jurídica relacionada a possíveis informações incorretas. Esses riscos podem ser mitigados por meio do uso de bases públicas confiáveis, validação de dados e avisos claros de que o aplicativo atua como ferramenta de apoio. Também é necessário estruturar um banco de dados escalável e seguro, capaz de suportar o crescimento do número de usuários. Superar esses desafios é fundamental para assegurar a credibilidade e a sustentabilidade da solução ao longo do tempo.</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15</a:t>
            </a:fld>
            <a:endParaRPr lang="en-US"/>
          </a:p>
        </p:txBody>
      </p:sp>
    </p:spTree>
    <p:extLst>
      <p:ext uri="{BB962C8B-B14F-4D97-AF65-F5344CB8AC3E}">
        <p14:creationId xmlns:p14="http://schemas.microsoft.com/office/powerpoint/2010/main" val="1884970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Conclusão Geral do Projeto</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16</a:t>
            </a:fld>
            <a:endParaRPr lang="en-US"/>
          </a:p>
        </p:txBody>
      </p:sp>
    </p:spTree>
    <p:extLst>
      <p:ext uri="{BB962C8B-B14F-4D97-AF65-F5344CB8AC3E}">
        <p14:creationId xmlns:p14="http://schemas.microsoft.com/office/powerpoint/2010/main" val="18459020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 forma geral, o projeto apresenta alta relevância social, aplicabilidade prática e viabilidade técnica e econômica. A proposta atende a uma demanda real e crescente por soluções que promovam segurança alimentar e autonomia para pessoas com restrições alimentares. O uso de tecnologia mobile possibilita ampla adoção, baixo custo marginal por usuário e grande potencial de impacto positivo. Embora existam desafios técnicos e operacionais, estes são mitigáveis com boas práticas de desenvolvimento, validação de dados e comunicação transparente com o usuário. Assim, conclui-se que o projeto é viável, escalável e alinhado aos objetivos acadêmicos e sociais do Projeto Integrador, representando uma solução inovadora e significativa para a sociedade.</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17</a:t>
            </a:fld>
            <a:endParaRPr lang="en-US"/>
          </a:p>
        </p:txBody>
      </p:sp>
    </p:spTree>
    <p:extLst>
      <p:ext uri="{BB962C8B-B14F-4D97-AF65-F5344CB8AC3E}">
        <p14:creationId xmlns:p14="http://schemas.microsoft.com/office/powerpoint/2010/main" val="1228534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ítulo 1">
    <p:bg>
      <p:bgRef idx="1001">
        <a:schemeClr val="bg1"/>
      </p:bgRef>
    </p:bg>
    <p:spTree>
      <p:nvGrpSpPr>
        <p:cNvPr id="1" name=""/>
        <p:cNvGrpSpPr/>
        <p:nvPr/>
      </p:nvGrpSpPr>
      <p:grpSpPr>
        <a:xfrm>
          <a:off x="0" y="0"/>
          <a:ext cx="0" cy="0"/>
          <a:chOff x="0" y="0"/>
          <a:chExt cx="0" cy="0"/>
        </a:xfrm>
      </p:grpSpPr>
      <p:sp>
        <p:nvSpPr>
          <p:cNvPr id="12" name="Retângulo 11">
            <a:extLst>
              <a:ext uri="{FF2B5EF4-FFF2-40B4-BE49-F238E27FC236}">
                <a16:creationId xmlns:a16="http://schemas.microsoft.com/office/drawing/2014/main" id="{C0FABB9A-1B5B-9306-B7B9-58E4E5E4EE0D}"/>
              </a:ext>
            </a:extLst>
          </p:cNvPr>
          <p:cNvSpPr/>
          <p:nvPr userDrawn="1"/>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7" name="Grupo 6">
            <a:extLst>
              <a:ext uri="{FF2B5EF4-FFF2-40B4-BE49-F238E27FC236}">
                <a16:creationId xmlns:a16="http://schemas.microsoft.com/office/drawing/2014/main" id="{1F155489-796B-CDF9-06C2-583941E589F7}"/>
              </a:ext>
            </a:extLst>
          </p:cNvPr>
          <p:cNvGrpSpPr/>
          <p:nvPr userDrawn="1"/>
        </p:nvGrpSpPr>
        <p:grpSpPr>
          <a:xfrm>
            <a:off x="0" y="0"/>
            <a:ext cx="12192000" cy="6867144"/>
            <a:chOff x="0" y="-7622"/>
            <a:chExt cx="12192000" cy="6894986"/>
          </a:xfrm>
        </p:grpSpPr>
        <p:sp>
          <p:nvSpPr>
            <p:cNvPr id="8" name="Retângulo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solidFill>
                  <a:srgbClr val="FFFFFF"/>
                </a:solidFill>
              </a:endParaRPr>
            </a:p>
          </p:txBody>
        </p:sp>
        <p:sp>
          <p:nvSpPr>
            <p:cNvPr id="9" name="Retângulo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0" name="Retângulo 9">
              <a:extLst>
                <a:ext uri="{FF2B5EF4-FFF2-40B4-BE49-F238E27FC236}">
                  <a16:creationId xmlns:a16="http://schemas.microsoft.com/office/drawing/2014/main" id="{6FE184C5-789F-C980-F425-AF26045C8F03}"/>
                </a:ext>
                <a:ext uri="{C183D7F6-B498-43B3-948B-1728B52AA6E4}">
                  <adec:decorative xmlns:adec="http://schemas.microsoft.com/office/drawing/2017/decorative" val="1"/>
                </a:ext>
              </a:extLst>
            </p:cNvPr>
            <p:cNvSpPr/>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1" name="Retângulo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rot="10800000">
              <a:off x="9127281" y="7060"/>
              <a:ext cx="3064320" cy="6872683"/>
            </a:xfrm>
            <a:prstGeom prst="rect">
              <a:avLst/>
            </a:prstGeom>
            <a:gradFill flip="none" rotWithShape="1">
              <a:gsLst>
                <a:gs pos="0">
                  <a:schemeClr val="accent2">
                    <a:alpha val="88000"/>
                  </a:schemeClr>
                </a:gs>
                <a:gs pos="56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solidFill>
                  <a:srgbClr val="FFFFFF"/>
                </a:solidFill>
              </a:endParaRPr>
            </a:p>
          </p:txBody>
        </p:sp>
      </p:gr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2386584" y="1371600"/>
            <a:ext cx="7498080" cy="2386584"/>
          </a:xfrm>
        </p:spPr>
        <p:txBody>
          <a:bodyPr rtlCol="0" anchor="b" anchorCtr="0">
            <a:normAutofit/>
          </a:bodyPr>
          <a:lstStyle>
            <a:lvl1pPr algn="ctr">
              <a:defRPr sz="4000">
                <a:solidFill>
                  <a:schemeClr val="bg1"/>
                </a:solidFill>
              </a:defRPr>
            </a:lvl1pPr>
          </a:lstStyle>
          <a:p>
            <a:pPr rtl="0"/>
            <a:r>
              <a:rPr lang="pt-br"/>
              <a:t>Clique para editar o estilo de título Mestre</a:t>
            </a:r>
            <a:endParaRPr lang="en-US" dirty="0"/>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386584" y="3877056"/>
            <a:ext cx="7498080" cy="1655064"/>
          </a:xfrm>
        </p:spPr>
        <p:txBody>
          <a:bodyPr rtlCol="0" anchor="t">
            <a:normAutofit/>
          </a:bodyPr>
          <a:lstStyle>
            <a:lvl1pPr marL="0" indent="0" algn="ctr">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dirty="0"/>
          </a:p>
        </p:txBody>
      </p:sp>
      <p:sp>
        <p:nvSpPr>
          <p:cNvPr id="5" name="Espaço Reservado para Rodapé 4">
            <a:extLst>
              <a:ext uri="{FF2B5EF4-FFF2-40B4-BE49-F238E27FC236}">
                <a16:creationId xmlns:a16="http://schemas.microsoft.com/office/drawing/2014/main" id="{B2B0F5B7-78E6-2702-0F8C-122F4D21C908}"/>
              </a:ext>
            </a:extLst>
          </p:cNvPr>
          <p:cNvSpPr>
            <a:spLocks noGrp="1"/>
          </p:cNvSpPr>
          <p:nvPr>
            <p:ph type="ftr" sz="quarter" idx="11"/>
          </p:nvPr>
        </p:nvSpPr>
        <p:spPr/>
        <p:txBody>
          <a:bodyPr rtlCol="0"/>
          <a:lstStyle>
            <a:lvl1pPr>
              <a:defRPr>
                <a:solidFill>
                  <a:schemeClr val="bg1"/>
                </a:solidFill>
              </a:defRPr>
            </a:lvl1pPr>
          </a:lstStyle>
          <a:p>
            <a:pPr rtl="0"/>
            <a:r>
              <a:rPr lang="pt-br"/>
              <a:t>Exemplo de Texto de Rodapé</a:t>
            </a:r>
            <a:endParaRPr lang="en-US" dirty="0"/>
          </a:p>
        </p:txBody>
      </p:sp>
      <p:sp>
        <p:nvSpPr>
          <p:cNvPr id="4" name="Espaço Reservado para Data 3">
            <a:extLst>
              <a:ext uri="{FF2B5EF4-FFF2-40B4-BE49-F238E27FC236}">
                <a16:creationId xmlns:a16="http://schemas.microsoft.com/office/drawing/2014/main" id="{1F96BEF7-236A-87FA-F0D9-F4515D8135D3}"/>
              </a:ext>
            </a:extLst>
          </p:cNvPr>
          <p:cNvSpPr>
            <a:spLocks noGrp="1"/>
          </p:cNvSpPr>
          <p:nvPr>
            <p:ph type="dt" sz="half" idx="10"/>
          </p:nvPr>
        </p:nvSpPr>
        <p:spPr/>
        <p:txBody>
          <a:bodyPr rtlCol="0"/>
          <a:lstStyle>
            <a:lvl1pPr>
              <a:defRPr>
                <a:solidFill>
                  <a:schemeClr val="bg1"/>
                </a:solidFill>
              </a:defRPr>
            </a:lvl1pPr>
          </a:lstStyle>
          <a:p>
            <a:pPr rtl="0"/>
            <a:r>
              <a:rPr lang="en-US"/>
              <a:t>20/2/2025</a:t>
            </a:r>
            <a:endParaRPr lang="en-US" dirty="0"/>
          </a:p>
        </p:txBody>
      </p:sp>
      <p:sp>
        <p:nvSpPr>
          <p:cNvPr id="6" name="Espaço Reservado para o Número do Slide 5">
            <a:extLst>
              <a:ext uri="{FF2B5EF4-FFF2-40B4-BE49-F238E27FC236}">
                <a16:creationId xmlns:a16="http://schemas.microsoft.com/office/drawing/2014/main" id="{4929C8F0-DE20-1DBB-6A42-CBFFAE15D7E6}"/>
              </a:ext>
            </a:extLst>
          </p:cNvPr>
          <p:cNvSpPr>
            <a:spLocks noGrp="1"/>
          </p:cNvSpPr>
          <p:nvPr>
            <p:ph type="sldNum" sz="quarter" idx="12"/>
          </p:nvPr>
        </p:nvSpPr>
        <p:spPr/>
        <p:txBody>
          <a:bodyPr rtlCol="0"/>
          <a:lstStyle>
            <a:lvl1pPr>
              <a:defRPr>
                <a:solidFill>
                  <a:schemeClr val="bg1"/>
                </a:solidFill>
              </a:defRPr>
            </a:lvl1pPr>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3112964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ítulo 2">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rtlCol="0" anchor="t">
            <a:normAutofit/>
          </a:bodyPr>
          <a:lstStyle>
            <a:lvl1pPr algn="l">
              <a:defRPr sz="8000">
                <a:gradFill>
                  <a:gsLst>
                    <a:gs pos="0">
                      <a:schemeClr val="accent5"/>
                    </a:gs>
                    <a:gs pos="100000">
                      <a:schemeClr val="accent2"/>
                    </a:gs>
                  </a:gsLst>
                  <a:lin ang="6000000" scaled="0"/>
                </a:gradFill>
              </a:defRPr>
            </a:lvl1pPr>
          </a:lstStyle>
          <a:p>
            <a:pPr rtl="0"/>
            <a:r>
              <a:rPr lang="pt-br"/>
              <a:t>Clique para editar o estilo de título Mestre</a:t>
            </a:r>
            <a:endParaRPr lang="en-US" dirty="0"/>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rtlCol="0"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dirty="0"/>
          </a:p>
        </p:txBody>
      </p:sp>
      <p:sp>
        <p:nvSpPr>
          <p:cNvPr id="5" name="Espaço Reservado para Rodapé 4">
            <a:extLst>
              <a:ext uri="{FF2B5EF4-FFF2-40B4-BE49-F238E27FC236}">
                <a16:creationId xmlns:a16="http://schemas.microsoft.com/office/drawing/2014/main" id="{50AAE0C5-AA7D-C4A0-BB09-3D328C8523AC}"/>
              </a:ext>
            </a:extLst>
          </p:cNvPr>
          <p:cNvSpPr>
            <a:spLocks noGrp="1"/>
          </p:cNvSpPr>
          <p:nvPr>
            <p:ph type="ftr" sz="quarter" idx="11"/>
          </p:nvPr>
        </p:nvSpPr>
        <p:spPr/>
        <p:txBody>
          <a:bodyPr rtlCol="0"/>
          <a:lstStyle/>
          <a:p>
            <a:pPr rtl="0"/>
            <a:r>
              <a:rPr lang="pt-br"/>
              <a:t>Exemplo de Texto de Rodapé</a:t>
            </a:r>
          </a:p>
        </p:txBody>
      </p:sp>
      <p:sp>
        <p:nvSpPr>
          <p:cNvPr id="4" name="Espaço Reservado para Data 3">
            <a:extLst>
              <a:ext uri="{FF2B5EF4-FFF2-40B4-BE49-F238E27FC236}">
                <a16:creationId xmlns:a16="http://schemas.microsoft.com/office/drawing/2014/main" id="{F8454691-E40E-1B02-C9B2-FD70013E0175}"/>
              </a:ext>
            </a:extLst>
          </p:cNvPr>
          <p:cNvSpPr>
            <a:spLocks noGrp="1"/>
          </p:cNvSpPr>
          <p:nvPr>
            <p:ph type="dt" sz="half" idx="10"/>
          </p:nvPr>
        </p:nvSpPr>
        <p:spPr/>
        <p:txBody>
          <a:bodyPr rtlCol="0"/>
          <a:lstStyle/>
          <a:p>
            <a:pPr rtl="0"/>
            <a:r>
              <a:rPr lang="en-US"/>
              <a:t>20/2/2025</a:t>
            </a:r>
            <a:endParaRPr lang="en-US" dirty="0"/>
          </a:p>
        </p:txBody>
      </p:sp>
      <p:sp>
        <p:nvSpPr>
          <p:cNvPr id="6" name="Espaço Reservado para o Número do Slide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1429924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ítulo 3">
    <p:bg>
      <p:bgRef idx="1001">
        <a:schemeClr val="bg1"/>
      </p:bgRef>
    </p:bg>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E9FFFB07-15C3-5030-73A7-6D0EBC2FB180}"/>
              </a:ext>
            </a:extLst>
          </p:cNvPr>
          <p:cNvSpPr/>
          <p:nvPr userDrawn="1"/>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Retângulo 7">
            <a:extLst>
              <a:ext uri="{FF2B5EF4-FFF2-40B4-BE49-F238E27FC236}">
                <a16:creationId xmlns:a16="http://schemas.microsoft.com/office/drawing/2014/main" id="{1FFC67F9-A48C-BB0E-03C5-9C32A6BB8C5D}"/>
              </a:ext>
            </a:extLst>
          </p:cNvPr>
          <p:cNvSpPr/>
          <p:nvPr userDrawn="1"/>
        </p:nvSpPr>
        <p:spPr>
          <a:xfrm rot="16200000" flipH="1">
            <a:off x="2666999" y="-2667000"/>
            <a:ext cx="6857999"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9" name="Retângulo 8">
            <a:extLst>
              <a:ext uri="{FF2B5EF4-FFF2-40B4-BE49-F238E27FC236}">
                <a16:creationId xmlns:a16="http://schemas.microsoft.com/office/drawing/2014/main" id="{8A2436E8-8599-9171-B0E5-3A3CED0AE2C4}"/>
              </a:ext>
            </a:extLst>
          </p:cNvPr>
          <p:cNvSpPr/>
          <p:nvPr userDrawn="1"/>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0" name="Retângulo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userDrawn="1"/>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solidFill>
                <a:srgbClr val="FFFFFF"/>
              </a:solidFill>
            </a:endParaRP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rtlCol="0" anchor="t">
            <a:normAutofit/>
          </a:bodyPr>
          <a:lstStyle>
            <a:lvl1pPr algn="l">
              <a:defRPr sz="8000">
                <a:solidFill>
                  <a:schemeClr val="bg1"/>
                </a:solidFill>
              </a:defRPr>
            </a:lvl1pPr>
          </a:lstStyle>
          <a:p>
            <a:pPr rtl="0"/>
            <a:r>
              <a:rPr lang="pt-br"/>
              <a:t>Clique para editar o estilo de título Mestre</a:t>
            </a:r>
            <a:endParaRPr lang="en-US" dirty="0"/>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rtlCol="0"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dirty="0"/>
          </a:p>
        </p:txBody>
      </p:sp>
      <p:sp>
        <p:nvSpPr>
          <p:cNvPr id="12" name="Espaço Reservado para Rodapé 11">
            <a:extLst>
              <a:ext uri="{FF2B5EF4-FFF2-40B4-BE49-F238E27FC236}">
                <a16:creationId xmlns:a16="http://schemas.microsoft.com/office/drawing/2014/main" id="{1EF90BDF-2A3B-8AD7-6EE4-11ED28664F7A}"/>
              </a:ext>
            </a:extLst>
          </p:cNvPr>
          <p:cNvSpPr>
            <a:spLocks noGrp="1"/>
          </p:cNvSpPr>
          <p:nvPr>
            <p:ph type="ftr" sz="quarter" idx="11"/>
          </p:nvPr>
        </p:nvSpPr>
        <p:spPr/>
        <p:txBody>
          <a:bodyPr rtlCol="0"/>
          <a:lstStyle>
            <a:lvl1pPr>
              <a:defRPr>
                <a:solidFill>
                  <a:schemeClr val="bg1"/>
                </a:solidFill>
              </a:defRPr>
            </a:lvl1pPr>
          </a:lstStyle>
          <a:p>
            <a:pPr rtl="0"/>
            <a:r>
              <a:rPr lang="pt-br"/>
              <a:t>Exemplo de Texto de Rodapé</a:t>
            </a:r>
            <a:endParaRPr lang="en-US" dirty="0"/>
          </a:p>
        </p:txBody>
      </p:sp>
      <p:sp>
        <p:nvSpPr>
          <p:cNvPr id="11" name="Espaço Reservado para Data 10">
            <a:extLst>
              <a:ext uri="{FF2B5EF4-FFF2-40B4-BE49-F238E27FC236}">
                <a16:creationId xmlns:a16="http://schemas.microsoft.com/office/drawing/2014/main" id="{81B66C1B-A1AD-A2BC-11D8-9AEA5E834AAC}"/>
              </a:ext>
            </a:extLst>
          </p:cNvPr>
          <p:cNvSpPr>
            <a:spLocks noGrp="1"/>
          </p:cNvSpPr>
          <p:nvPr>
            <p:ph type="dt" sz="half" idx="10"/>
          </p:nvPr>
        </p:nvSpPr>
        <p:spPr/>
        <p:txBody>
          <a:bodyPr rtlCol="0"/>
          <a:lstStyle>
            <a:lvl1pPr>
              <a:defRPr>
                <a:solidFill>
                  <a:schemeClr val="bg1"/>
                </a:solidFill>
              </a:defRPr>
            </a:lvl1pPr>
          </a:lstStyle>
          <a:p>
            <a:pPr rtl="0"/>
            <a:r>
              <a:rPr lang="en-US"/>
              <a:t>20/2/2025</a:t>
            </a:r>
            <a:endParaRPr lang="en-US" dirty="0"/>
          </a:p>
        </p:txBody>
      </p:sp>
      <p:sp>
        <p:nvSpPr>
          <p:cNvPr id="13" name="Espaço Reservado para o Número do Slide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rtlCol="0"/>
          <a:lstStyle>
            <a:lvl1pPr>
              <a:defRPr>
                <a:solidFill>
                  <a:schemeClr val="bg1"/>
                </a:solidFill>
              </a:defRPr>
            </a:lvl1pPr>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34429655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Foto 1">
    <p:bg>
      <p:bgRef idx="1001">
        <a:schemeClr val="bg1"/>
      </p:bgRef>
    </p:bg>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userDrawn="1"/>
        </p:nvGrpSpPr>
        <p:grpSpPr>
          <a:xfrm rot="10800000">
            <a:off x="0" y="4492680"/>
            <a:ext cx="12207200" cy="123363"/>
            <a:chOff x="-5025" y="6737718"/>
            <a:chExt cx="12207200" cy="123363"/>
          </a:xfrm>
        </p:grpSpPr>
        <p:sp>
          <p:nvSpPr>
            <p:cNvPr id="5" name="Retângulo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Retângulo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rtlCol="0" anchor="b">
            <a:normAutofit/>
          </a:bodyPr>
          <a:lstStyle>
            <a:lvl1pPr algn="ctr">
              <a:defRPr sz="3600">
                <a:solidFill>
                  <a:schemeClr val="tx1"/>
                </a:solidFill>
              </a:defRPr>
            </a:lvl1pPr>
          </a:lstStyle>
          <a:p>
            <a:pPr rtl="0"/>
            <a:r>
              <a:rPr lang="pt-br"/>
              <a:t>Clique para editar o estilo de título Mestre</a:t>
            </a:r>
            <a:endParaRPr lang="en-US" dirty="0"/>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rtlCol="0"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dirty="0"/>
          </a:p>
        </p:txBody>
      </p:sp>
      <p:sp>
        <p:nvSpPr>
          <p:cNvPr id="9" name="Espaço Reservado para Imagem 8">
            <a:extLst>
              <a:ext uri="{FF2B5EF4-FFF2-40B4-BE49-F238E27FC236}">
                <a16:creationId xmlns:a16="http://schemas.microsoft.com/office/drawing/2014/main" id="{37C87932-7DAB-7F93-5E51-7AEEA5AC7FEA}"/>
              </a:ext>
            </a:extLst>
          </p:cNvPr>
          <p:cNvSpPr>
            <a:spLocks noGrp="1"/>
          </p:cNvSpPr>
          <p:nvPr>
            <p:ph type="pic" sz="quarter" idx="13"/>
          </p:nvPr>
        </p:nvSpPr>
        <p:spPr>
          <a:xfrm>
            <a:off x="0" y="0"/>
            <a:ext cx="12188952" cy="4492679"/>
          </a:xfrm>
          <a:blipFill>
            <a:blip r:embed="rId2">
              <a:alphaModFix amt="70000"/>
            </a:blip>
            <a:stretch>
              <a:fillRect/>
            </a:stretch>
          </a:blipFill>
        </p:spPr>
        <p:txBody>
          <a:bodyPr rtlCol="0"/>
          <a:lstStyle/>
          <a:p>
            <a:pPr rtl="0"/>
            <a:r>
              <a:rPr lang="pt-br"/>
              <a:t>Clique no ícone para adicionar uma imagem</a:t>
            </a:r>
          </a:p>
        </p:txBody>
      </p:sp>
      <p:sp>
        <p:nvSpPr>
          <p:cNvPr id="8" name="Espaço Reservado para Rodapé 7">
            <a:extLst>
              <a:ext uri="{FF2B5EF4-FFF2-40B4-BE49-F238E27FC236}">
                <a16:creationId xmlns:a16="http://schemas.microsoft.com/office/drawing/2014/main" id="{E972D5EE-6935-237E-C4A2-C61261249F33}"/>
              </a:ext>
            </a:extLst>
          </p:cNvPr>
          <p:cNvSpPr>
            <a:spLocks noGrp="1"/>
          </p:cNvSpPr>
          <p:nvPr>
            <p:ph type="ftr" sz="quarter" idx="15"/>
          </p:nvPr>
        </p:nvSpPr>
        <p:spPr/>
        <p:txBody>
          <a:bodyPr rtlCol="0"/>
          <a:lstStyle/>
          <a:p>
            <a:pPr rtl="0"/>
            <a:r>
              <a:rPr lang="pt-br"/>
              <a:t>Exemplo de Texto de Rodapé</a:t>
            </a:r>
            <a:endParaRPr lang="en-US" dirty="0"/>
          </a:p>
        </p:txBody>
      </p:sp>
      <p:sp>
        <p:nvSpPr>
          <p:cNvPr id="7" name="Espaço Reservado para Data 6">
            <a:extLst>
              <a:ext uri="{FF2B5EF4-FFF2-40B4-BE49-F238E27FC236}">
                <a16:creationId xmlns:a16="http://schemas.microsoft.com/office/drawing/2014/main" id="{0F001462-21CF-5988-0554-7DB1C494B04E}"/>
              </a:ext>
            </a:extLst>
          </p:cNvPr>
          <p:cNvSpPr>
            <a:spLocks noGrp="1"/>
          </p:cNvSpPr>
          <p:nvPr>
            <p:ph type="dt" sz="half" idx="14"/>
          </p:nvPr>
        </p:nvSpPr>
        <p:spPr/>
        <p:txBody>
          <a:bodyPr rtlCol="0"/>
          <a:lstStyle/>
          <a:p>
            <a:pPr rtl="0"/>
            <a:r>
              <a:rPr lang="en-US"/>
              <a:t>20/2/2025</a:t>
            </a:r>
            <a:endParaRPr lang="en-US" dirty="0"/>
          </a:p>
        </p:txBody>
      </p:sp>
      <p:sp>
        <p:nvSpPr>
          <p:cNvPr id="13" name="Espaço Reservado para o Número do Slide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9124712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Foto 2">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rtlCol="0" anchor="t">
            <a:normAutofit/>
          </a:bodyPr>
          <a:lstStyle>
            <a:lvl1pPr algn="l">
              <a:defRPr sz="4000">
                <a:gradFill>
                  <a:gsLst>
                    <a:gs pos="0">
                      <a:schemeClr val="accent2"/>
                    </a:gs>
                    <a:gs pos="100000">
                      <a:schemeClr val="accent5"/>
                    </a:gs>
                  </a:gsLst>
                  <a:lin ang="15600000" scaled="0"/>
                </a:gradFill>
              </a:defRPr>
            </a:lvl1pPr>
          </a:lstStyle>
          <a:p>
            <a:pPr rtl="0"/>
            <a:r>
              <a:rPr lang="pt-br"/>
              <a:t>Clique para editar o estilo de título Mestre</a:t>
            </a:r>
            <a:endParaRPr lang="en-US" dirty="0"/>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rtlCol="0" anchor="t">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dirty="0"/>
          </a:p>
        </p:txBody>
      </p:sp>
      <p:sp>
        <p:nvSpPr>
          <p:cNvPr id="9" name="Espaço Reservado para Imagem 8">
            <a:extLst>
              <a:ext uri="{FF2B5EF4-FFF2-40B4-BE49-F238E27FC236}">
                <a16:creationId xmlns:a16="http://schemas.microsoft.com/office/drawing/2014/main" id="{37C87932-7DAB-7F93-5E51-7AEEA5AC7FEA}"/>
              </a:ext>
            </a:extLst>
          </p:cNvPr>
          <p:cNvSpPr>
            <a:spLocks noGrp="1"/>
          </p:cNvSpPr>
          <p:nvPr>
            <p:ph type="pic" sz="quarter" idx="13"/>
          </p:nvPr>
        </p:nvSpPr>
        <p:spPr>
          <a:xfrm>
            <a:off x="0" y="0"/>
            <a:ext cx="7548451" cy="6858000"/>
          </a:xfrm>
          <a:blipFill>
            <a:blip r:embed="rId2">
              <a:alphaModFix amt="70000"/>
            </a:blip>
            <a:stretch>
              <a:fillRect/>
            </a:stretch>
          </a:blipFill>
        </p:spPr>
        <p:txBody>
          <a:bodyPr rtlCol="0"/>
          <a:lstStyle/>
          <a:p>
            <a:pPr rtl="0"/>
            <a:r>
              <a:rPr lang="pt-br"/>
              <a:t>Clique no ícone para adicionar uma imagem</a:t>
            </a:r>
            <a:endParaRPr lang="en-US" dirty="0"/>
          </a:p>
        </p:txBody>
      </p:sp>
      <p:grpSp>
        <p:nvGrpSpPr>
          <p:cNvPr id="7" name="Grupo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userDrawn="1"/>
        </p:nvGrpSpPr>
        <p:grpSpPr>
          <a:xfrm rot="5400000">
            <a:off x="4181134" y="3367319"/>
            <a:ext cx="6858000" cy="123363"/>
            <a:chOff x="-5025" y="6737718"/>
            <a:chExt cx="12207200" cy="123363"/>
          </a:xfrm>
        </p:grpSpPr>
        <p:sp>
          <p:nvSpPr>
            <p:cNvPr id="8" name="Retângulo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Retângulo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5" name="Espaço Reservado para Rodapé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rtlCol="0"/>
          <a:lstStyle/>
          <a:p>
            <a:pPr rtl="0"/>
            <a:r>
              <a:rPr lang="pt-br"/>
              <a:t>Exemplo de Texto de Rodapé</a:t>
            </a:r>
          </a:p>
        </p:txBody>
      </p:sp>
      <p:sp>
        <p:nvSpPr>
          <p:cNvPr id="4" name="Espaço Reservado para Data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rtlCol="0"/>
          <a:lstStyle/>
          <a:p>
            <a:pPr rtl="0"/>
            <a:r>
              <a:rPr lang="en-US"/>
              <a:t>20/2/2025</a:t>
            </a:r>
            <a:endParaRPr lang="en-US" dirty="0"/>
          </a:p>
        </p:txBody>
      </p:sp>
      <p:sp>
        <p:nvSpPr>
          <p:cNvPr id="6" name="Espaço Reservado para o Número do Slide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5285037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Foto 3">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rtlCol="0" anchor="t">
            <a:normAutofit/>
          </a:bodyPr>
          <a:lstStyle>
            <a:lvl1pPr algn="l">
              <a:defRPr sz="5400">
                <a:gradFill>
                  <a:gsLst>
                    <a:gs pos="0">
                      <a:schemeClr val="accent2"/>
                    </a:gs>
                    <a:gs pos="100000">
                      <a:schemeClr val="accent5"/>
                    </a:gs>
                  </a:gsLst>
                  <a:lin ang="4800000" scaled="0"/>
                </a:gradFill>
              </a:defRPr>
            </a:lvl1pPr>
          </a:lstStyle>
          <a:p>
            <a:pPr rtl="0"/>
            <a:r>
              <a:rPr lang="pt-br"/>
              <a:t>Clique para editar o estilo de título Mestre</a:t>
            </a:r>
            <a:endParaRPr lang="en-US" dirty="0"/>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rtlCol="0"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dirty="0"/>
          </a:p>
        </p:txBody>
      </p:sp>
      <p:sp>
        <p:nvSpPr>
          <p:cNvPr id="11" name="Espaço Reservado para Rodapé 10">
            <a:extLst>
              <a:ext uri="{FF2B5EF4-FFF2-40B4-BE49-F238E27FC236}">
                <a16:creationId xmlns:a16="http://schemas.microsoft.com/office/drawing/2014/main" id="{F98245A6-7E39-43E3-BB93-77F622756065}"/>
              </a:ext>
            </a:extLst>
          </p:cNvPr>
          <p:cNvSpPr>
            <a:spLocks noGrp="1"/>
          </p:cNvSpPr>
          <p:nvPr>
            <p:ph type="ftr" sz="quarter" idx="15"/>
          </p:nvPr>
        </p:nvSpPr>
        <p:spPr/>
        <p:txBody>
          <a:bodyPr rtlCol="0"/>
          <a:lstStyle/>
          <a:p>
            <a:pPr algn="l" rtl="0"/>
            <a:r>
              <a:rPr lang="pt-br"/>
              <a:t>Exemplo de Texto de Rodapé</a:t>
            </a:r>
          </a:p>
        </p:txBody>
      </p:sp>
      <p:sp>
        <p:nvSpPr>
          <p:cNvPr id="10" name="Espaço Reservado para Data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rtlCol="0"/>
          <a:lstStyle/>
          <a:p>
            <a:pPr rtl="0"/>
            <a:r>
              <a:rPr lang="en-US"/>
              <a:t>20/2/2025</a:t>
            </a:r>
            <a:endParaRPr lang="en-US" dirty="0"/>
          </a:p>
        </p:txBody>
      </p:sp>
      <p:sp>
        <p:nvSpPr>
          <p:cNvPr id="12" name="Espaço Reservado para o Número do Slide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rtlCol="0"/>
          <a:lstStyle/>
          <a:p>
            <a:pPr rtl="0"/>
            <a:fld id="{CC057153-B650-4DEB-B370-79DDCFDCE934}" type="slidenum">
              <a:rPr lang="en-US" smtClean="0"/>
              <a:pPr/>
              <a:t>‹#›</a:t>
            </a:fld>
            <a:endParaRPr lang="en-US" dirty="0"/>
          </a:p>
        </p:txBody>
      </p:sp>
      <p:sp>
        <p:nvSpPr>
          <p:cNvPr id="9" name="Espaço Reservado para Imagem 8">
            <a:extLst>
              <a:ext uri="{FF2B5EF4-FFF2-40B4-BE49-F238E27FC236}">
                <a16:creationId xmlns:a16="http://schemas.microsoft.com/office/drawing/2014/main" id="{37C87932-7DAB-7F93-5E51-7AEEA5AC7FEA}"/>
              </a:ext>
            </a:extLst>
          </p:cNvPr>
          <p:cNvSpPr>
            <a:spLocks noGrp="1"/>
          </p:cNvSpPr>
          <p:nvPr>
            <p:ph type="pic" sz="quarter" idx="13"/>
          </p:nvPr>
        </p:nvSpPr>
        <p:spPr>
          <a:xfrm>
            <a:off x="7534656" y="0"/>
            <a:ext cx="4654296" cy="6858000"/>
          </a:xfrm>
          <a:blipFill>
            <a:blip r:embed="rId2">
              <a:alphaModFix amt="70000"/>
            </a:blip>
            <a:stretch>
              <a:fillRect/>
            </a:stretch>
          </a:blipFill>
        </p:spPr>
        <p:txBody>
          <a:bodyPr rtlCol="0"/>
          <a:lstStyle/>
          <a:p>
            <a:pPr rtl="0"/>
            <a:r>
              <a:rPr lang="pt-br"/>
              <a:t>Clique no ícone para adicionar uma imagem</a:t>
            </a:r>
          </a:p>
        </p:txBody>
      </p:sp>
    </p:spTree>
    <p:extLst>
      <p:ext uri="{BB962C8B-B14F-4D97-AF65-F5344CB8AC3E}">
        <p14:creationId xmlns:p14="http://schemas.microsoft.com/office/powerpoint/2010/main" val="16691789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Foto 4">
    <p:bg>
      <p:bgRef idx="1001">
        <a:schemeClr val="bg1"/>
      </p:bgRef>
    </p:bg>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CA9A80D3-2272-ED0F-EBF4-34428557569F}"/>
              </a:ext>
            </a:extLst>
          </p:cNvPr>
          <p:cNvSpPr/>
          <p:nvPr userDrawn="1"/>
        </p:nvSpPr>
        <p:spPr>
          <a:xfrm>
            <a:off x="-1" y="0"/>
            <a:ext cx="12192001"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tângulo 3">
            <a:extLst>
              <a:ext uri="{FF2B5EF4-FFF2-40B4-BE49-F238E27FC236}">
                <a16:creationId xmlns:a16="http://schemas.microsoft.com/office/drawing/2014/main" id="{91F71E75-F7A2-7C1F-EF86-C5186E904883}"/>
              </a:ext>
            </a:extLst>
          </p:cNvPr>
          <p:cNvSpPr/>
          <p:nvPr userDrawn="1"/>
        </p:nvSpPr>
        <p:spPr>
          <a:xfrm>
            <a:off x="-4262" y="0"/>
            <a:ext cx="7547339" cy="6858002"/>
          </a:xfrm>
          <a:prstGeom prst="rect">
            <a:avLst/>
          </a:prstGeom>
          <a:gradFill>
            <a:gsLst>
              <a:gs pos="6000">
                <a:schemeClr val="accent5"/>
              </a:gs>
              <a:gs pos="100000">
                <a:schemeClr val="accent2"/>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Retângulo 4">
            <a:extLst>
              <a:ext uri="{FF2B5EF4-FFF2-40B4-BE49-F238E27FC236}">
                <a16:creationId xmlns:a16="http://schemas.microsoft.com/office/drawing/2014/main" id="{5AB4E0A7-C9D3-8408-2EE0-E46AF38E815F}"/>
              </a:ext>
            </a:extLst>
          </p:cNvPr>
          <p:cNvSpPr/>
          <p:nvPr userDrawn="1"/>
        </p:nvSpPr>
        <p:spPr>
          <a:xfrm rot="10800000">
            <a:off x="-4285" y="-3"/>
            <a:ext cx="7547361" cy="6857999"/>
          </a:xfrm>
          <a:prstGeom prst="rect">
            <a:avLst/>
          </a:prstGeom>
          <a:gradFill>
            <a:gsLst>
              <a:gs pos="43000">
                <a:schemeClr val="accent2">
                  <a:alpha val="0"/>
                </a:schemeClr>
              </a:gs>
              <a:gs pos="100000">
                <a:schemeClr val="accent2">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Retângulo 5">
            <a:extLst>
              <a:ext uri="{FF2B5EF4-FFF2-40B4-BE49-F238E27FC236}">
                <a16:creationId xmlns:a16="http://schemas.microsoft.com/office/drawing/2014/main" id="{E373CB42-010B-9ABE-75EF-F502B4A9F42C}"/>
              </a:ext>
            </a:extLst>
          </p:cNvPr>
          <p:cNvSpPr/>
          <p:nvPr userDrawn="1"/>
        </p:nvSpPr>
        <p:spPr>
          <a:xfrm rot="16200000">
            <a:off x="1156173" y="-1160457"/>
            <a:ext cx="5226425" cy="7547338"/>
          </a:xfrm>
          <a:prstGeom prst="rect">
            <a:avLst/>
          </a:prstGeom>
          <a:gradFill>
            <a:gsLst>
              <a:gs pos="50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rtlCol="0" anchor="t">
            <a:normAutofit/>
          </a:bodyPr>
          <a:lstStyle>
            <a:lvl1pPr algn="l">
              <a:defRPr sz="5400" b="0">
                <a:solidFill>
                  <a:schemeClr val="bg1"/>
                </a:solidFill>
              </a:defRPr>
            </a:lvl1pPr>
          </a:lstStyle>
          <a:p>
            <a:pPr rtl="0"/>
            <a:r>
              <a:rPr lang="pt-br"/>
              <a:t>Clique para editar o estilo de título Mestre</a:t>
            </a:r>
            <a:endParaRPr lang="en-US" dirty="0"/>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rtlCol="0"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dirty="0"/>
          </a:p>
        </p:txBody>
      </p:sp>
      <p:sp>
        <p:nvSpPr>
          <p:cNvPr id="11" name="Espaço Reservado para Rodapé 10">
            <a:extLst>
              <a:ext uri="{FF2B5EF4-FFF2-40B4-BE49-F238E27FC236}">
                <a16:creationId xmlns:a16="http://schemas.microsoft.com/office/drawing/2014/main" id="{F98245A6-7E39-43E3-BB93-77F622756065}"/>
              </a:ext>
            </a:extLst>
          </p:cNvPr>
          <p:cNvSpPr>
            <a:spLocks noGrp="1"/>
          </p:cNvSpPr>
          <p:nvPr>
            <p:ph type="ftr" sz="quarter" idx="15"/>
          </p:nvPr>
        </p:nvSpPr>
        <p:spPr/>
        <p:txBody>
          <a:bodyPr rtlCol="0"/>
          <a:lstStyle>
            <a:lvl1pPr>
              <a:defRPr>
                <a:solidFill>
                  <a:schemeClr val="bg1"/>
                </a:solidFill>
              </a:defRPr>
            </a:lvl1pPr>
          </a:lstStyle>
          <a:p>
            <a:pPr rtl="0"/>
            <a:r>
              <a:rPr lang="pt-br"/>
              <a:t>Exemplo de Texto de Rodapé</a:t>
            </a:r>
            <a:endParaRPr lang="en-US" dirty="0"/>
          </a:p>
        </p:txBody>
      </p:sp>
      <p:sp>
        <p:nvSpPr>
          <p:cNvPr id="10" name="Espaço Reservado para Data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rtlCol="0"/>
          <a:lstStyle>
            <a:lvl1pPr>
              <a:defRPr>
                <a:solidFill>
                  <a:schemeClr val="bg1"/>
                </a:solidFill>
              </a:defRPr>
            </a:lvl1pPr>
          </a:lstStyle>
          <a:p>
            <a:pPr rtl="0"/>
            <a:r>
              <a:rPr lang="en-US"/>
              <a:t>20/2/2025</a:t>
            </a:r>
            <a:endParaRPr lang="en-US" dirty="0"/>
          </a:p>
        </p:txBody>
      </p:sp>
      <p:sp>
        <p:nvSpPr>
          <p:cNvPr id="12" name="Espaço Reservado para o Número do Slide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rtlCol="0"/>
          <a:lstStyle>
            <a:lvl1pPr>
              <a:defRPr>
                <a:solidFill>
                  <a:schemeClr val="bg1"/>
                </a:solidFill>
              </a:defRPr>
            </a:lvl1pPr>
          </a:lstStyle>
          <a:p>
            <a:pPr rtl="0"/>
            <a:fld id="{CC057153-B650-4DEB-B370-79DDCFDCE934}" type="slidenum">
              <a:rPr lang="en-US" smtClean="0"/>
              <a:pPr/>
              <a:t>‹#›</a:t>
            </a:fld>
            <a:endParaRPr lang="en-US" dirty="0"/>
          </a:p>
        </p:txBody>
      </p:sp>
      <p:sp>
        <p:nvSpPr>
          <p:cNvPr id="9" name="Espaço Reservado para Imagem 8">
            <a:extLst>
              <a:ext uri="{FF2B5EF4-FFF2-40B4-BE49-F238E27FC236}">
                <a16:creationId xmlns:a16="http://schemas.microsoft.com/office/drawing/2014/main" id="{37C87932-7DAB-7F93-5E51-7AEEA5AC7FEA}"/>
              </a:ext>
            </a:extLst>
          </p:cNvPr>
          <p:cNvSpPr>
            <a:spLocks noGrp="1"/>
          </p:cNvSpPr>
          <p:nvPr>
            <p:ph type="pic" sz="quarter" idx="13"/>
          </p:nvPr>
        </p:nvSpPr>
        <p:spPr>
          <a:xfrm>
            <a:off x="7534656" y="0"/>
            <a:ext cx="4654296" cy="6858000"/>
          </a:xfrm>
          <a:blipFill dpi="0" rotWithShape="1">
            <a:blip r:embed="rId2">
              <a:alphaModFix amt="70000"/>
            </a:blip>
            <a:srcRect/>
            <a:stretch>
              <a:fillRect/>
            </a:stretch>
          </a:blipFill>
        </p:spPr>
        <p:txBody>
          <a:bodyPr rtlCol="0"/>
          <a:lstStyle/>
          <a:p>
            <a:pPr rtl="0"/>
            <a:r>
              <a:rPr lang="pt-br"/>
              <a:t>Clique no ícone para adicionar uma imagem</a:t>
            </a:r>
          </a:p>
        </p:txBody>
      </p:sp>
    </p:spTree>
    <p:extLst>
      <p:ext uri="{BB962C8B-B14F-4D97-AF65-F5344CB8AC3E}">
        <p14:creationId xmlns:p14="http://schemas.microsoft.com/office/powerpoint/2010/main" val="36550422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beçalho da Seção 1">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92EA34-13CC-54C1-DE3D-4F1D5D55C9A7}"/>
              </a:ext>
            </a:extLst>
          </p:cNvPr>
          <p:cNvSpPr>
            <a:spLocks noGrp="1"/>
          </p:cNvSpPr>
          <p:nvPr>
            <p:ph type="title"/>
          </p:nvPr>
        </p:nvSpPr>
        <p:spPr>
          <a:xfrm>
            <a:off x="612647" y="2093976"/>
            <a:ext cx="7271895" cy="4178808"/>
          </a:xfrm>
        </p:spPr>
        <p:txBody>
          <a:bodyPr rtlCol="0" anchor="b">
            <a:normAutofit/>
          </a:bodyPr>
          <a:lstStyle>
            <a:lvl1pPr>
              <a:defRPr sz="7200">
                <a:gradFill>
                  <a:gsLst>
                    <a:gs pos="0">
                      <a:schemeClr val="accent2"/>
                    </a:gs>
                    <a:gs pos="100000">
                      <a:schemeClr val="accent5"/>
                    </a:gs>
                  </a:gsLst>
                  <a:lin ang="2700000" scaled="0"/>
                </a:gradFill>
              </a:defRPr>
            </a:lvl1pPr>
          </a:lstStyle>
          <a:p>
            <a:pPr rtl="0"/>
            <a:r>
              <a:rPr lang="pt-br"/>
              <a:t>Clique para editar o estilo de título Mestre</a:t>
            </a:r>
            <a:endParaRPr lang="en-US" dirty="0"/>
          </a:p>
        </p:txBody>
      </p:sp>
      <p:sp>
        <p:nvSpPr>
          <p:cNvPr id="5" name="Espaço Reservado para Rodapé 4">
            <a:extLst>
              <a:ext uri="{FF2B5EF4-FFF2-40B4-BE49-F238E27FC236}">
                <a16:creationId xmlns:a16="http://schemas.microsoft.com/office/drawing/2014/main" id="{028F8ECD-BC5C-69B8-45CB-D6C697E807BB}"/>
              </a:ext>
            </a:extLst>
          </p:cNvPr>
          <p:cNvSpPr>
            <a:spLocks noGrp="1"/>
          </p:cNvSpPr>
          <p:nvPr>
            <p:ph type="ftr" sz="quarter" idx="11"/>
          </p:nvPr>
        </p:nvSpPr>
        <p:spPr/>
        <p:txBody>
          <a:bodyPr rtlCol="0"/>
          <a:lstStyle/>
          <a:p>
            <a:pPr algn="l" rtl="0"/>
            <a:r>
              <a:rPr lang="pt-br"/>
              <a:t>Exemplo de Texto de Rodapé</a:t>
            </a:r>
          </a:p>
        </p:txBody>
      </p:sp>
      <p:sp>
        <p:nvSpPr>
          <p:cNvPr id="4" name="Espaço Reservado para Data 3">
            <a:extLst>
              <a:ext uri="{FF2B5EF4-FFF2-40B4-BE49-F238E27FC236}">
                <a16:creationId xmlns:a16="http://schemas.microsoft.com/office/drawing/2014/main" id="{57F97286-C615-453F-E284-B5C22987E2C1}"/>
              </a:ext>
            </a:extLst>
          </p:cNvPr>
          <p:cNvSpPr>
            <a:spLocks noGrp="1"/>
          </p:cNvSpPr>
          <p:nvPr>
            <p:ph type="dt" sz="half" idx="10"/>
          </p:nvPr>
        </p:nvSpPr>
        <p:spPr/>
        <p:txBody>
          <a:bodyPr rtlCol="0"/>
          <a:lstStyle/>
          <a:p>
            <a:pPr rtl="0"/>
            <a:r>
              <a:rPr lang="en-US"/>
              <a:t>20/2/2025</a:t>
            </a:r>
            <a:endParaRPr lang="en-US" dirty="0"/>
          </a:p>
        </p:txBody>
      </p:sp>
      <p:sp>
        <p:nvSpPr>
          <p:cNvPr id="6" name="Espaço Reservado para o Número do Slide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3566456766"/>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abeçalho de Seção 2">
    <p:bg>
      <p:bgRef idx="1001">
        <a:schemeClr val="bg1"/>
      </p:bgRef>
    </p:bg>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54F65FF0-EE88-E48A-1552-AF2B228EADC6}"/>
              </a:ext>
            </a:extLst>
          </p:cNvPr>
          <p:cNvSpPr/>
          <p:nvPr userDrawn="1"/>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Retângulo 4">
            <a:extLst>
              <a:ext uri="{FF2B5EF4-FFF2-40B4-BE49-F238E27FC236}">
                <a16:creationId xmlns:a16="http://schemas.microsoft.com/office/drawing/2014/main" id="{43D93006-CD9A-ACB8-4DFF-755585BD51C6}"/>
              </a:ext>
            </a:extLst>
          </p:cNvPr>
          <p:cNvSpPr/>
          <p:nvPr userDrawn="1"/>
        </p:nvSpPr>
        <p:spPr>
          <a:xfrm rot="5400000" flipH="1" flipV="1">
            <a:off x="2662822" y="-2671180"/>
            <a:ext cx="6866356"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6" name="Retângulo 5">
            <a:extLst>
              <a:ext uri="{FF2B5EF4-FFF2-40B4-BE49-F238E27FC236}">
                <a16:creationId xmlns:a16="http://schemas.microsoft.com/office/drawing/2014/main" id="{3B71B6E1-2B98-87C0-C97D-DC19E754324D}"/>
              </a:ext>
            </a:extLst>
          </p:cNvPr>
          <p:cNvSpPr/>
          <p:nvPr userDrawn="1"/>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7" name="Retângulo 6">
            <a:extLst>
              <a:ext uri="{FF2B5EF4-FFF2-40B4-BE49-F238E27FC236}">
                <a16:creationId xmlns:a16="http://schemas.microsoft.com/office/drawing/2014/main" id="{A35B8330-0A40-6340-3205-86A38459537F}"/>
              </a:ext>
            </a:extLst>
          </p:cNvPr>
          <p:cNvSpPr/>
          <p:nvPr userDrawn="1"/>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3" name="Retângulo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userDrawn="1"/>
        </p:nvSpPr>
        <p:spPr>
          <a:xfrm rot="5400000" flipH="1" flipV="1">
            <a:off x="1233479" y="361145"/>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solidFill>
                <a:srgbClr val="FFFFFF"/>
              </a:solidFill>
            </a:endParaRPr>
          </a:p>
        </p:txBody>
      </p:sp>
      <p:sp>
        <p:nvSpPr>
          <p:cNvPr id="2" name="Título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6528816" cy="4178808"/>
          </a:xfrm>
        </p:spPr>
        <p:txBody>
          <a:bodyPr rtlCol="0" anchor="b">
            <a:normAutofit/>
          </a:bodyPr>
          <a:lstStyle>
            <a:lvl1pPr>
              <a:defRPr sz="6600">
                <a:solidFill>
                  <a:schemeClr val="bg1"/>
                </a:solidFill>
              </a:defRPr>
            </a:lvl1pPr>
          </a:lstStyle>
          <a:p>
            <a:pPr rtl="0"/>
            <a:r>
              <a:rPr lang="pt-br"/>
              <a:t>Clique para editar o estilo de título Mestre</a:t>
            </a:r>
            <a:endParaRPr lang="en-US" dirty="0"/>
          </a:p>
        </p:txBody>
      </p:sp>
      <p:sp>
        <p:nvSpPr>
          <p:cNvPr id="15" name="Espaço Reservado para Rodapé 14">
            <a:extLst>
              <a:ext uri="{FF2B5EF4-FFF2-40B4-BE49-F238E27FC236}">
                <a16:creationId xmlns:a16="http://schemas.microsoft.com/office/drawing/2014/main" id="{C3B3753E-6E60-F731-58BF-7C4D0497E939}"/>
              </a:ext>
            </a:extLst>
          </p:cNvPr>
          <p:cNvSpPr>
            <a:spLocks noGrp="1"/>
          </p:cNvSpPr>
          <p:nvPr>
            <p:ph type="ftr" sz="quarter" idx="11"/>
          </p:nvPr>
        </p:nvSpPr>
        <p:spPr/>
        <p:txBody>
          <a:bodyPr rtlCol="0"/>
          <a:lstStyle>
            <a:lvl1pPr>
              <a:defRPr>
                <a:solidFill>
                  <a:schemeClr val="bg1"/>
                </a:solidFill>
              </a:defRPr>
            </a:lvl1pPr>
          </a:lstStyle>
          <a:p>
            <a:pPr rtl="0"/>
            <a:r>
              <a:rPr lang="pt-br"/>
              <a:t>Exemplo de Texto de Rodapé</a:t>
            </a:r>
            <a:endParaRPr lang="en-US" dirty="0"/>
          </a:p>
        </p:txBody>
      </p:sp>
      <p:sp>
        <p:nvSpPr>
          <p:cNvPr id="14" name="Espaço Reservado para Data 13">
            <a:extLst>
              <a:ext uri="{FF2B5EF4-FFF2-40B4-BE49-F238E27FC236}">
                <a16:creationId xmlns:a16="http://schemas.microsoft.com/office/drawing/2014/main" id="{08CEB89B-6066-557A-EBEC-18307AC240FE}"/>
              </a:ext>
            </a:extLst>
          </p:cNvPr>
          <p:cNvSpPr>
            <a:spLocks noGrp="1"/>
          </p:cNvSpPr>
          <p:nvPr>
            <p:ph type="dt" sz="half" idx="10"/>
          </p:nvPr>
        </p:nvSpPr>
        <p:spPr/>
        <p:txBody>
          <a:bodyPr rtlCol="0"/>
          <a:lstStyle>
            <a:lvl1pPr>
              <a:defRPr>
                <a:solidFill>
                  <a:schemeClr val="bg1"/>
                </a:solidFill>
              </a:defRPr>
            </a:lvl1pPr>
          </a:lstStyle>
          <a:p>
            <a:pPr rtl="0"/>
            <a:r>
              <a:rPr lang="en-US"/>
              <a:t>20/2/2025</a:t>
            </a:r>
            <a:endParaRPr lang="en-US" dirty="0"/>
          </a:p>
        </p:txBody>
      </p:sp>
      <p:sp>
        <p:nvSpPr>
          <p:cNvPr id="16" name="Espaço Reservado para o Número do Slide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rtlCol="0"/>
          <a:lstStyle>
            <a:lvl1pPr>
              <a:defRPr>
                <a:solidFill>
                  <a:schemeClr val="bg1"/>
                </a:solidFill>
              </a:defRPr>
            </a:lvl1pPr>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1338414570"/>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1"/>
      </p:bgRef>
    </p:bg>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userDrawn="1"/>
        </p:nvGrpSpPr>
        <p:grpSpPr>
          <a:xfrm>
            <a:off x="0" y="-4329"/>
            <a:ext cx="5056093" cy="6869586"/>
            <a:chOff x="5171844" y="-11586"/>
            <a:chExt cx="7020159" cy="6869586"/>
          </a:xfrm>
        </p:grpSpPr>
        <p:sp>
          <p:nvSpPr>
            <p:cNvPr id="4" name="Retângulo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Retângulo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p>
          </p:txBody>
        </p:sp>
        <p:sp>
          <p:nvSpPr>
            <p:cNvPr id="10" name="Retângulo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Retângulo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rtlCol="0" anchor="ctr">
            <a:normAutofit/>
          </a:bodyPr>
          <a:lstStyle>
            <a:lvl1pPr algn="ctr">
              <a:defRPr sz="4800">
                <a:solidFill>
                  <a:schemeClr val="bg1"/>
                </a:solidFill>
              </a:defRPr>
            </a:lvl1pPr>
          </a:lstStyle>
          <a:p>
            <a:pPr rtl="0"/>
            <a:r>
              <a:rPr lang="pt-br"/>
              <a:t>Clique para editar o estilo de título Mestre</a:t>
            </a:r>
            <a:endParaRPr lang="en-US" dirty="0"/>
          </a:p>
        </p:txBody>
      </p:sp>
      <p:sp>
        <p:nvSpPr>
          <p:cNvPr id="8" name="Espaço Reservado para Rodapé 7">
            <a:extLst>
              <a:ext uri="{FF2B5EF4-FFF2-40B4-BE49-F238E27FC236}">
                <a16:creationId xmlns:a16="http://schemas.microsoft.com/office/drawing/2014/main" id="{19E554EC-D104-642A-5E42-E4CFB243523F}"/>
              </a:ext>
            </a:extLst>
          </p:cNvPr>
          <p:cNvSpPr>
            <a:spLocks noGrp="1"/>
          </p:cNvSpPr>
          <p:nvPr>
            <p:ph type="ftr" sz="quarter" idx="15"/>
          </p:nvPr>
        </p:nvSpPr>
        <p:spPr/>
        <p:txBody>
          <a:bodyPr rtlCol="0"/>
          <a:lstStyle>
            <a:lvl1pPr>
              <a:defRPr>
                <a:solidFill>
                  <a:schemeClr val="bg1"/>
                </a:solidFill>
              </a:defRPr>
            </a:lvl1pPr>
          </a:lstStyle>
          <a:p>
            <a:pPr algn="l" rtl="0"/>
            <a:r>
              <a:rPr lang="pt-br"/>
              <a:t>Exemplo de Texto de Rodapé</a:t>
            </a:r>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200"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6" name="Espaço Reservado para Data 5">
            <a:extLst>
              <a:ext uri="{FF2B5EF4-FFF2-40B4-BE49-F238E27FC236}">
                <a16:creationId xmlns:a16="http://schemas.microsoft.com/office/drawing/2014/main" id="{C3B19A28-AC79-CF20-C703-D6B27C01698A}"/>
              </a:ext>
            </a:extLst>
          </p:cNvPr>
          <p:cNvSpPr>
            <a:spLocks noGrp="1"/>
          </p:cNvSpPr>
          <p:nvPr>
            <p:ph type="dt" sz="half" idx="14"/>
          </p:nvPr>
        </p:nvSpPr>
        <p:spPr/>
        <p:txBody>
          <a:bodyPr rtlCol="0"/>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1284153565"/>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to de Agenda">
    <p:bg>
      <p:bgRef idx="1001">
        <a:schemeClr val="bg1"/>
      </p:bgRef>
    </p:bg>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userDrawn="1"/>
        </p:nvGrpSpPr>
        <p:grpSpPr>
          <a:xfrm>
            <a:off x="0" y="0"/>
            <a:ext cx="123362" cy="6858000"/>
            <a:chOff x="12068638" y="0"/>
            <a:chExt cx="123362" cy="6858000"/>
          </a:xfrm>
        </p:grpSpPr>
        <p:sp>
          <p:nvSpPr>
            <p:cNvPr id="4" name="Retângulo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tângulo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a:noFill/>
        </p:spPr>
        <p:txBody>
          <a:bodyPr rtlCol="0" anchor="b">
            <a:noAutofit/>
          </a:bodyPr>
          <a:lstStyle>
            <a:lvl1pPr algn="l">
              <a:defRPr sz="6000">
                <a:gradFill>
                  <a:gsLst>
                    <a:gs pos="0">
                      <a:schemeClr val="accent2"/>
                    </a:gs>
                    <a:gs pos="100000">
                      <a:schemeClr val="accent5"/>
                    </a:gs>
                  </a:gsLst>
                  <a:lin ang="12000000" scaled="0"/>
                </a:gradFill>
              </a:defRPr>
            </a:lvl1pPr>
          </a:lstStyle>
          <a:p>
            <a:pPr rtl="0"/>
            <a:r>
              <a:rPr lang="pt-br"/>
              <a:t>Clique para editar o estilo de título Mestre</a:t>
            </a:r>
            <a:endParaRPr lang="en-US" dirty="0"/>
          </a:p>
        </p:txBody>
      </p:sp>
      <p:sp>
        <p:nvSpPr>
          <p:cNvPr id="11" name="Espaço Reservado para Imagem 10">
            <a:extLst>
              <a:ext uri="{FF2B5EF4-FFF2-40B4-BE49-F238E27FC236}">
                <a16:creationId xmlns:a16="http://schemas.microsoft.com/office/drawing/2014/main" id="{630EF3B0-9D02-EBD8-2D14-79BF34534AA1}"/>
              </a:ext>
            </a:extLst>
          </p:cNvPr>
          <p:cNvSpPr>
            <a:spLocks noGrp="1"/>
          </p:cNvSpPr>
          <p:nvPr>
            <p:ph type="pic" sz="quarter" idx="17"/>
          </p:nvPr>
        </p:nvSpPr>
        <p:spPr>
          <a:xfrm>
            <a:off x="119307" y="0"/>
            <a:ext cx="5413248" cy="6858000"/>
          </a:xfrm>
          <a:blipFill>
            <a:blip r:embed="rId2">
              <a:alphaModFix amt="70000"/>
            </a:blip>
            <a:stretch>
              <a:fillRect/>
            </a:stretch>
          </a:blipFill>
        </p:spPr>
        <p:txBody>
          <a:bodyPr rtlCol="0"/>
          <a:lstStyle/>
          <a:p>
            <a:pPr rtl="0"/>
            <a:r>
              <a:rPr lang="pt-br"/>
              <a:t>Clique no ícone para adicionar uma imagem</a:t>
            </a:r>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200"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8" name="Espaço Reservado para Rodapé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rtlCol="0"/>
          <a:lstStyle/>
          <a:p>
            <a:pPr algn="l" rtl="0"/>
            <a:r>
              <a:rPr lang="pt-br"/>
              <a:t>Exemplo de Texto de Rodapé</a:t>
            </a:r>
          </a:p>
        </p:txBody>
      </p:sp>
      <p:sp>
        <p:nvSpPr>
          <p:cNvPr id="6" name="Espaço Reservado para Data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rtlCol="0"/>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07657220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ítulo, Conteúdo 1 (Máx.)">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rtlCol="0" anchor="ctr">
            <a:normAutofit/>
          </a:bodyPr>
          <a:lstStyle>
            <a:lvl1pPr>
              <a:defRPr sz="2400">
                <a:gradFill>
                  <a:gsLst>
                    <a:gs pos="0">
                      <a:schemeClr val="accent5"/>
                    </a:gs>
                    <a:gs pos="100000">
                      <a:schemeClr val="accent2"/>
                    </a:gs>
                  </a:gsLst>
                  <a:lin ang="13800000" scaled="0"/>
                </a:gradFill>
              </a:defRPr>
            </a:lvl1pPr>
          </a:lstStyle>
          <a:p>
            <a:pPr rtl="0"/>
            <a:r>
              <a:rPr lang="pt-br"/>
              <a:t>Clique para editar o estilo de título Mestre</a:t>
            </a:r>
            <a:endParaRPr lang="en-US" dirty="0"/>
          </a:p>
        </p:txBody>
      </p:sp>
      <p:sp>
        <p:nvSpPr>
          <p:cNvPr id="3" name="Espaço Reservado para Conteúdo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8" name="Espaço Reservado para Rodapé 7">
            <a:extLst>
              <a:ext uri="{FF2B5EF4-FFF2-40B4-BE49-F238E27FC236}">
                <a16:creationId xmlns:a16="http://schemas.microsoft.com/office/drawing/2014/main" id="{25CCB5D3-F8A8-B378-C9B4-F29E362AA1D1}"/>
              </a:ext>
            </a:extLst>
          </p:cNvPr>
          <p:cNvSpPr>
            <a:spLocks noGrp="1"/>
          </p:cNvSpPr>
          <p:nvPr>
            <p:ph type="ftr" sz="quarter" idx="11"/>
          </p:nvPr>
        </p:nvSpPr>
        <p:spPr>
          <a:xfrm>
            <a:off x="137160" y="6428232"/>
            <a:ext cx="4096512" cy="365760"/>
          </a:xfrm>
        </p:spPr>
        <p:txBody>
          <a:bodyPr rtlCol="0"/>
          <a:lstStyle/>
          <a:p>
            <a:pPr algn="l" rtl="0"/>
            <a:r>
              <a:rPr lang="pt-br"/>
              <a:t>Exemplo de Texto de Rodapé</a:t>
            </a:r>
          </a:p>
        </p:txBody>
      </p:sp>
      <p:sp>
        <p:nvSpPr>
          <p:cNvPr id="7" name="Espaço Reservado para Data 6">
            <a:extLst>
              <a:ext uri="{FF2B5EF4-FFF2-40B4-BE49-F238E27FC236}">
                <a16:creationId xmlns:a16="http://schemas.microsoft.com/office/drawing/2014/main" id="{E2E564ED-1140-B258-F708-E601B50C37F2}"/>
              </a:ext>
            </a:extLst>
          </p:cNvPr>
          <p:cNvSpPr>
            <a:spLocks noGrp="1"/>
          </p:cNvSpPr>
          <p:nvPr>
            <p:ph type="dt" sz="half" idx="10"/>
          </p:nvPr>
        </p:nvSpPr>
        <p:spPr>
          <a:xfrm>
            <a:off x="8513496" y="6428232"/>
            <a:ext cx="3136392" cy="365760"/>
          </a:xfrm>
        </p:spPr>
        <p:txBody>
          <a:bodyPr rtlCol="0"/>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C4C639C5-351B-0FC9-E095-59AEDE479C06}"/>
              </a:ext>
            </a:extLst>
          </p:cNvPr>
          <p:cNvSpPr>
            <a:spLocks noGrp="1"/>
          </p:cNvSpPr>
          <p:nvPr>
            <p:ph type="sldNum" sz="quarter" idx="12"/>
          </p:nvPr>
        </p:nvSpPr>
        <p:spPr>
          <a:xfrm>
            <a:off x="11567592" y="6428232"/>
            <a:ext cx="493776" cy="365760"/>
          </a:xfrm>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4105126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penas Conteúdo (Máx.)">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rtlCol="0" anchor="b">
            <a:normAutofit/>
          </a:bodyPr>
          <a:lstStyle>
            <a:lvl1pPr>
              <a:defRPr sz="2400"/>
            </a:lvl1pPr>
          </a:lstStyle>
          <a:p>
            <a:pPr rtl="0"/>
            <a:r>
              <a:rPr lang="pt-br"/>
              <a:t>Clique para editar o estilo de título Mestre</a:t>
            </a:r>
            <a:endParaRPr lang="en-US" dirty="0"/>
          </a:p>
        </p:txBody>
      </p:sp>
      <p:sp>
        <p:nvSpPr>
          <p:cNvPr id="3" name="Espaço Reservado para Conteúdo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8" name="Espaço Reservado para Rodapé 7">
            <a:extLst>
              <a:ext uri="{FF2B5EF4-FFF2-40B4-BE49-F238E27FC236}">
                <a16:creationId xmlns:a16="http://schemas.microsoft.com/office/drawing/2014/main" id="{5238BE8E-E715-EF15-B47B-2556DB436D78}"/>
              </a:ext>
            </a:extLst>
          </p:cNvPr>
          <p:cNvSpPr>
            <a:spLocks noGrp="1"/>
          </p:cNvSpPr>
          <p:nvPr>
            <p:ph type="ftr" sz="quarter" idx="11"/>
          </p:nvPr>
        </p:nvSpPr>
        <p:spPr>
          <a:xfrm>
            <a:off x="137160" y="6428232"/>
            <a:ext cx="4096512" cy="365760"/>
          </a:xfrm>
        </p:spPr>
        <p:txBody>
          <a:bodyPr rtlCol="0"/>
          <a:lstStyle/>
          <a:p>
            <a:pPr algn="l" rtl="0"/>
            <a:r>
              <a:rPr lang="pt-br"/>
              <a:t>Exemplo de Texto de Rodapé</a:t>
            </a:r>
          </a:p>
        </p:txBody>
      </p:sp>
      <p:sp>
        <p:nvSpPr>
          <p:cNvPr id="7" name="Espaço Reservado para Data 6">
            <a:extLst>
              <a:ext uri="{FF2B5EF4-FFF2-40B4-BE49-F238E27FC236}">
                <a16:creationId xmlns:a16="http://schemas.microsoft.com/office/drawing/2014/main" id="{047C7208-6A52-7A25-6DD4-1FD469860CBA}"/>
              </a:ext>
            </a:extLst>
          </p:cNvPr>
          <p:cNvSpPr>
            <a:spLocks noGrp="1"/>
          </p:cNvSpPr>
          <p:nvPr>
            <p:ph type="dt" sz="half" idx="10"/>
          </p:nvPr>
        </p:nvSpPr>
        <p:spPr>
          <a:xfrm>
            <a:off x="8513496" y="6428232"/>
            <a:ext cx="3136392" cy="365760"/>
          </a:xfrm>
        </p:spPr>
        <p:txBody>
          <a:bodyPr rtlCol="0"/>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19AA76D9-9C8C-6ADE-22D5-391B00D015D3}"/>
              </a:ext>
            </a:extLst>
          </p:cNvPr>
          <p:cNvSpPr>
            <a:spLocks noGrp="1"/>
          </p:cNvSpPr>
          <p:nvPr>
            <p:ph type="sldNum" sz="quarter" idx="12"/>
          </p:nvPr>
        </p:nvSpPr>
        <p:spPr>
          <a:xfrm>
            <a:off x="11567592" y="6428232"/>
            <a:ext cx="493776" cy="365760"/>
          </a:xfrm>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11429130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Conteúdo 1">
    <p:spTree>
      <p:nvGrpSpPr>
        <p:cNvPr id="1" name=""/>
        <p:cNvGrpSpPr/>
        <p:nvPr/>
      </p:nvGrpSpPr>
      <p:grpSpPr>
        <a:xfrm>
          <a:off x="0" y="0"/>
          <a:ext cx="0" cy="0"/>
          <a:chOff x="0" y="0"/>
          <a:chExt cx="0" cy="0"/>
        </a:xfrm>
      </p:grpSpPr>
      <p:grpSp>
        <p:nvGrpSpPr>
          <p:cNvPr id="10" name="Grupo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1" name="Retângulo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tângulo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95528"/>
          </a:xfrm>
        </p:spPr>
        <p:txBody>
          <a:bodyPr rtlCol="0"/>
          <a:lstStyle>
            <a:lvl1pPr>
              <a:defRPr>
                <a:gradFill>
                  <a:gsLst>
                    <a:gs pos="0">
                      <a:schemeClr val="accent5"/>
                    </a:gs>
                    <a:gs pos="100000">
                      <a:schemeClr val="accent2"/>
                    </a:gs>
                  </a:gsLst>
                  <a:lin ang="13800000" scaled="0"/>
                </a:gradFill>
              </a:defRPr>
            </a:lvl1pPr>
          </a:lstStyle>
          <a:p>
            <a:pPr rtl="0"/>
            <a:r>
              <a:rPr lang="pt-br"/>
              <a:t>Clique para editar o estilo de título Mestre</a:t>
            </a:r>
            <a:endParaRPr lang="en-US" dirty="0"/>
          </a:p>
        </p:txBody>
      </p:sp>
      <p:sp>
        <p:nvSpPr>
          <p:cNvPr id="3" name="Espaço Reservado para Conteúdo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8" name="Espaço Reservado para Rodapé 7">
            <a:extLst>
              <a:ext uri="{FF2B5EF4-FFF2-40B4-BE49-F238E27FC236}">
                <a16:creationId xmlns:a16="http://schemas.microsoft.com/office/drawing/2014/main" id="{9BEDC843-90AD-36D3-6615-3505603F8E22}"/>
              </a:ext>
            </a:extLst>
          </p:cNvPr>
          <p:cNvSpPr>
            <a:spLocks noGrp="1"/>
          </p:cNvSpPr>
          <p:nvPr>
            <p:ph type="ftr" sz="quarter" idx="11"/>
          </p:nvPr>
        </p:nvSpPr>
        <p:spPr/>
        <p:txBody>
          <a:bodyPr rtlCol="0"/>
          <a:lstStyle/>
          <a:p>
            <a:pPr algn="l" rtl="0"/>
            <a:r>
              <a:rPr lang="pt-br"/>
              <a:t>Exemplo de Texto de Rodapé</a:t>
            </a:r>
            <a:endParaRPr lang="en-US" dirty="0"/>
          </a:p>
        </p:txBody>
      </p:sp>
      <p:sp>
        <p:nvSpPr>
          <p:cNvPr id="7" name="Espaço Reservado para Data 6">
            <a:extLst>
              <a:ext uri="{FF2B5EF4-FFF2-40B4-BE49-F238E27FC236}">
                <a16:creationId xmlns:a16="http://schemas.microsoft.com/office/drawing/2014/main" id="{852C5F7B-97CA-C06C-A155-E4BC307DB0FB}"/>
              </a:ext>
            </a:extLst>
          </p:cNvPr>
          <p:cNvSpPr>
            <a:spLocks noGrp="1"/>
          </p:cNvSpPr>
          <p:nvPr>
            <p:ph type="dt" sz="half" idx="10"/>
          </p:nvPr>
        </p:nvSpPr>
        <p:spPr/>
        <p:txBody>
          <a:bodyPr rtlCol="0"/>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11312030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ítulo, Conteúdo 2">
    <p:spTree>
      <p:nvGrpSpPr>
        <p:cNvPr id="1" name=""/>
        <p:cNvGrpSpPr/>
        <p:nvPr/>
      </p:nvGrpSpPr>
      <p:grpSpPr>
        <a:xfrm>
          <a:off x="0" y="0"/>
          <a:ext cx="0" cy="0"/>
          <a:chOff x="0" y="0"/>
          <a:chExt cx="0" cy="0"/>
        </a:xfrm>
      </p:grpSpPr>
      <p:grpSp>
        <p:nvGrpSpPr>
          <p:cNvPr id="10" name="Grupo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1" name="Retângulo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tângulo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rtlCol="0" anchor="t">
            <a:normAutofit/>
          </a:bodyPr>
          <a:lstStyle>
            <a:lvl1pPr>
              <a:defRPr sz="4000">
                <a:gradFill>
                  <a:gsLst>
                    <a:gs pos="0">
                      <a:schemeClr val="accent5"/>
                    </a:gs>
                    <a:gs pos="100000">
                      <a:schemeClr val="accent2"/>
                    </a:gs>
                  </a:gsLst>
                  <a:lin ang="13800000" scaled="0"/>
                </a:gradFill>
              </a:defRPr>
            </a:lvl1pPr>
          </a:lstStyle>
          <a:p>
            <a:pPr rtl="0"/>
            <a:r>
              <a:rPr lang="pt-br"/>
              <a:t>Clique para editar o estilo de título Mestre</a:t>
            </a:r>
            <a:endParaRPr lang="en-US" dirty="0"/>
          </a:p>
        </p:txBody>
      </p:sp>
      <p:sp>
        <p:nvSpPr>
          <p:cNvPr id="8" name="Espaço Reservado para Conteúdo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14" name="Espaço Reservado para Rodapé 13">
            <a:extLst>
              <a:ext uri="{FF2B5EF4-FFF2-40B4-BE49-F238E27FC236}">
                <a16:creationId xmlns:a16="http://schemas.microsoft.com/office/drawing/2014/main" id="{F09CF825-511F-35F8-E0EC-636033ED43EE}"/>
              </a:ext>
            </a:extLst>
          </p:cNvPr>
          <p:cNvSpPr>
            <a:spLocks noGrp="1"/>
          </p:cNvSpPr>
          <p:nvPr>
            <p:ph type="ftr" sz="quarter" idx="15"/>
          </p:nvPr>
        </p:nvSpPr>
        <p:spPr/>
        <p:txBody>
          <a:bodyPr rtlCol="0"/>
          <a:lstStyle/>
          <a:p>
            <a:pPr algn="l" rtl="0"/>
            <a:r>
              <a:rPr lang="pt-br"/>
              <a:t>Modelo de Texto do Rodapé</a:t>
            </a:r>
          </a:p>
        </p:txBody>
      </p:sp>
      <p:sp>
        <p:nvSpPr>
          <p:cNvPr id="13" name="Espaço Reservado para Data 12">
            <a:extLst>
              <a:ext uri="{FF2B5EF4-FFF2-40B4-BE49-F238E27FC236}">
                <a16:creationId xmlns:a16="http://schemas.microsoft.com/office/drawing/2014/main" id="{36A82C16-EB1A-4294-103B-715F071E5A35}"/>
              </a:ext>
            </a:extLst>
          </p:cNvPr>
          <p:cNvSpPr>
            <a:spLocks noGrp="1"/>
          </p:cNvSpPr>
          <p:nvPr>
            <p:ph type="dt" sz="half" idx="14"/>
          </p:nvPr>
        </p:nvSpPr>
        <p:spPr/>
        <p:txBody>
          <a:bodyPr rtlCol="0"/>
          <a:lstStyle/>
          <a:p>
            <a:pPr rtl="0"/>
            <a:r>
              <a:rPr lang="en-US"/>
              <a:t>20/2/2025</a:t>
            </a:r>
            <a:endParaRPr lang="en-US" dirty="0"/>
          </a:p>
        </p:txBody>
      </p:sp>
      <p:sp>
        <p:nvSpPr>
          <p:cNvPr id="15" name="Espaço Reservado para o Número do Slide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13087418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ítulo, Conteúdo 3">
    <p:spTree>
      <p:nvGrpSpPr>
        <p:cNvPr id="1" name=""/>
        <p:cNvGrpSpPr/>
        <p:nvPr/>
      </p:nvGrpSpPr>
      <p:grpSpPr>
        <a:xfrm>
          <a:off x="0" y="0"/>
          <a:ext cx="0" cy="0"/>
          <a:chOff x="0" y="0"/>
          <a:chExt cx="0" cy="0"/>
        </a:xfrm>
      </p:grpSpPr>
      <p:grpSp>
        <p:nvGrpSpPr>
          <p:cNvPr id="10" name="Grupo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1" name="Retângulo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tângulo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rtlCol="0" anchor="t">
            <a:normAutofit/>
          </a:bodyPr>
          <a:lstStyle>
            <a:lvl1pPr>
              <a:defRPr sz="3200">
                <a:gradFill>
                  <a:gsLst>
                    <a:gs pos="0">
                      <a:schemeClr val="accent5"/>
                    </a:gs>
                    <a:gs pos="100000">
                      <a:schemeClr val="accent2"/>
                    </a:gs>
                  </a:gsLst>
                  <a:lin ang="13800000" scaled="0"/>
                </a:gradFill>
              </a:defRPr>
            </a:lvl1pPr>
          </a:lstStyle>
          <a:p>
            <a:pPr rtl="0"/>
            <a:r>
              <a:rPr lang="pt-br"/>
              <a:t>Clique para editar o estilo de título Mestre</a:t>
            </a:r>
            <a:endParaRPr lang="en-US" dirty="0"/>
          </a:p>
        </p:txBody>
      </p:sp>
      <p:sp>
        <p:nvSpPr>
          <p:cNvPr id="8" name="Espaço Reservado para Conteúdo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7" name="Espaço Reservado para Rodapé 6">
            <a:extLst>
              <a:ext uri="{FF2B5EF4-FFF2-40B4-BE49-F238E27FC236}">
                <a16:creationId xmlns:a16="http://schemas.microsoft.com/office/drawing/2014/main" id="{57CB2298-A12A-D380-ED4F-AD870434F233}"/>
              </a:ext>
            </a:extLst>
          </p:cNvPr>
          <p:cNvSpPr>
            <a:spLocks noGrp="1"/>
          </p:cNvSpPr>
          <p:nvPr>
            <p:ph type="ftr" sz="quarter" idx="15"/>
          </p:nvPr>
        </p:nvSpPr>
        <p:spPr/>
        <p:txBody>
          <a:bodyPr rtlCol="0"/>
          <a:lstStyle/>
          <a:p>
            <a:pPr algn="l" rtl="0"/>
            <a:r>
              <a:rPr lang="pt-br"/>
              <a:t>Exemplo de Texto de Rodapé</a:t>
            </a:r>
            <a:endParaRPr lang="en-US" dirty="0"/>
          </a:p>
        </p:txBody>
      </p:sp>
      <p:sp>
        <p:nvSpPr>
          <p:cNvPr id="3" name="Espaço Reservado para Data 2">
            <a:extLst>
              <a:ext uri="{FF2B5EF4-FFF2-40B4-BE49-F238E27FC236}">
                <a16:creationId xmlns:a16="http://schemas.microsoft.com/office/drawing/2014/main" id="{9D1F2EAD-3327-FA60-8B7F-6CBBD02C3F07}"/>
              </a:ext>
            </a:extLst>
          </p:cNvPr>
          <p:cNvSpPr>
            <a:spLocks noGrp="1"/>
          </p:cNvSpPr>
          <p:nvPr>
            <p:ph type="dt" sz="half" idx="14"/>
          </p:nvPr>
        </p:nvSpPr>
        <p:spPr/>
        <p:txBody>
          <a:bodyPr rtlCol="0"/>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3807564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ítulo, Conteúdo 4">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9" name="Retângulo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tângulo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BC7433D9-FD02-59E2-0F81-A0B7201D2DA0}"/>
              </a:ext>
            </a:extLst>
          </p:cNvPr>
          <p:cNvSpPr>
            <a:spLocks noGrp="1"/>
          </p:cNvSpPr>
          <p:nvPr>
            <p:ph type="title" hasCustomPrompt="1"/>
          </p:nvPr>
        </p:nvSpPr>
        <p:spPr>
          <a:xfrm>
            <a:off x="612648" y="722376"/>
            <a:ext cx="7214616" cy="1280160"/>
          </a:xfrm>
        </p:spPr>
        <p:txBody>
          <a:bodyPr rtlCol="0" anchor="t">
            <a:normAutofit/>
          </a:bodyPr>
          <a:lstStyle>
            <a:lvl1pPr>
              <a:defRPr sz="4000">
                <a:gradFill>
                  <a:gsLst>
                    <a:gs pos="0">
                      <a:schemeClr val="accent5"/>
                    </a:gs>
                    <a:gs pos="100000">
                      <a:schemeClr val="accent2"/>
                    </a:gs>
                  </a:gsLst>
                  <a:lin ang="13800000" scaled="0"/>
                </a:gradFill>
              </a:defRPr>
            </a:lvl1pPr>
          </a:lstStyle>
          <a:p>
            <a:pPr rtl="0"/>
            <a:r>
              <a:rPr lang="pt-br"/>
              <a:t>Clique para editar o estilo de título mestre – alternativo Médio</a:t>
            </a:r>
          </a:p>
        </p:txBody>
      </p:sp>
      <p:sp>
        <p:nvSpPr>
          <p:cNvPr id="8" name="Espaço Reservado para Conteúdo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12" name="Espaço Reservado para Rodapé 11">
            <a:extLst>
              <a:ext uri="{FF2B5EF4-FFF2-40B4-BE49-F238E27FC236}">
                <a16:creationId xmlns:a16="http://schemas.microsoft.com/office/drawing/2014/main" id="{4A089F15-F7A9-6130-79CF-D853C6B4B742}"/>
              </a:ext>
            </a:extLst>
          </p:cNvPr>
          <p:cNvSpPr>
            <a:spLocks noGrp="1"/>
          </p:cNvSpPr>
          <p:nvPr>
            <p:ph type="ftr" sz="quarter" idx="15"/>
          </p:nvPr>
        </p:nvSpPr>
        <p:spPr/>
        <p:txBody>
          <a:bodyPr rtlCol="0"/>
          <a:lstStyle/>
          <a:p>
            <a:pPr algn="l" rtl="0"/>
            <a:r>
              <a:rPr lang="pt-br"/>
              <a:t>Exemplo de Texto de Rodapé</a:t>
            </a:r>
          </a:p>
        </p:txBody>
      </p:sp>
      <p:sp>
        <p:nvSpPr>
          <p:cNvPr id="11" name="Espaço Reservado para Data 10">
            <a:extLst>
              <a:ext uri="{FF2B5EF4-FFF2-40B4-BE49-F238E27FC236}">
                <a16:creationId xmlns:a16="http://schemas.microsoft.com/office/drawing/2014/main" id="{65C79459-C978-FF61-F7FC-DC5D1F170174}"/>
              </a:ext>
            </a:extLst>
          </p:cNvPr>
          <p:cNvSpPr>
            <a:spLocks noGrp="1"/>
          </p:cNvSpPr>
          <p:nvPr>
            <p:ph type="dt" sz="half" idx="14"/>
          </p:nvPr>
        </p:nvSpPr>
        <p:spPr/>
        <p:txBody>
          <a:bodyPr rtlCol="0"/>
          <a:lstStyle/>
          <a:p>
            <a:pPr rtl="0"/>
            <a:r>
              <a:rPr lang="en-US"/>
              <a:t>20/2/2025</a:t>
            </a:r>
            <a:endParaRPr lang="en-US" dirty="0"/>
          </a:p>
        </p:txBody>
      </p:sp>
      <p:sp>
        <p:nvSpPr>
          <p:cNvPr id="13" name="Espaço Reservado para o Número do Slide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8294001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ítulo, Conteúdo 5">
    <p:spTree>
      <p:nvGrpSpPr>
        <p:cNvPr id="1" name=""/>
        <p:cNvGrpSpPr/>
        <p:nvPr/>
      </p:nvGrpSpPr>
      <p:grpSpPr>
        <a:xfrm>
          <a:off x="0" y="0"/>
          <a:ext cx="0" cy="0"/>
          <a:chOff x="0" y="0"/>
          <a:chExt cx="0" cy="0"/>
        </a:xfrm>
      </p:grpSpPr>
      <p:grpSp>
        <p:nvGrpSpPr>
          <p:cNvPr id="10" name="Grupo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1" name="Retângulo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tângulo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rtlCol="0" anchor="t">
            <a:normAutofit/>
          </a:bodyPr>
          <a:lstStyle>
            <a:lvl1pPr>
              <a:defRPr sz="3200">
                <a:gradFill>
                  <a:gsLst>
                    <a:gs pos="0">
                      <a:schemeClr val="accent5"/>
                    </a:gs>
                    <a:gs pos="100000">
                      <a:schemeClr val="accent2"/>
                    </a:gs>
                  </a:gsLst>
                  <a:lin ang="13800000" scaled="0"/>
                </a:gradFill>
              </a:defRPr>
            </a:lvl1pPr>
          </a:lstStyle>
          <a:p>
            <a:pPr rtl="0"/>
            <a:r>
              <a:rPr lang="pt-br"/>
              <a:t>Clique para editar o estilo de título Mestre</a:t>
            </a:r>
            <a:endParaRPr lang="en-US" dirty="0"/>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7" name="Espaço Reservado para Rodapé 6">
            <a:extLst>
              <a:ext uri="{FF2B5EF4-FFF2-40B4-BE49-F238E27FC236}">
                <a16:creationId xmlns:a16="http://schemas.microsoft.com/office/drawing/2014/main" id="{CA8E192A-D6F1-1585-7133-0041C85402EF}"/>
              </a:ext>
            </a:extLst>
          </p:cNvPr>
          <p:cNvSpPr>
            <a:spLocks noGrp="1"/>
          </p:cNvSpPr>
          <p:nvPr>
            <p:ph type="ftr" sz="quarter" idx="15"/>
          </p:nvPr>
        </p:nvSpPr>
        <p:spPr/>
        <p:txBody>
          <a:bodyPr rtlCol="0"/>
          <a:lstStyle/>
          <a:p>
            <a:pPr algn="l" rtl="0"/>
            <a:r>
              <a:rPr lang="pt-br"/>
              <a:t>Exemplo de Texto de Rodapé</a:t>
            </a:r>
            <a:endParaRPr lang="en-US" dirty="0"/>
          </a:p>
        </p:txBody>
      </p:sp>
      <p:sp>
        <p:nvSpPr>
          <p:cNvPr id="3" name="Espaço Reservado para Dat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2335543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ítulo, Conteúdo 6">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userDrawn="1"/>
        </p:nvGrpSpPr>
        <p:grpSpPr>
          <a:xfrm flipV="1">
            <a:off x="12068340" y="0"/>
            <a:ext cx="123362" cy="6858000"/>
            <a:chOff x="12068638" y="0"/>
            <a:chExt cx="123362" cy="6858000"/>
          </a:xfrm>
        </p:grpSpPr>
        <p:sp>
          <p:nvSpPr>
            <p:cNvPr id="5" name="Retângulo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Retângulo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BC7433D9-FD02-59E2-0F81-A0B7201D2DA0}"/>
              </a:ext>
            </a:extLst>
          </p:cNvPr>
          <p:cNvSpPr>
            <a:spLocks noGrp="1"/>
          </p:cNvSpPr>
          <p:nvPr>
            <p:ph type="title" hasCustomPrompt="1"/>
          </p:nvPr>
        </p:nvSpPr>
        <p:spPr>
          <a:xfrm>
            <a:off x="612648" y="621792"/>
            <a:ext cx="10872216" cy="749808"/>
          </a:xfrm>
        </p:spPr>
        <p:txBody>
          <a:bodyPr rtlCol="0" anchor="ctr">
            <a:normAutofit/>
          </a:bodyPr>
          <a:lstStyle>
            <a:lvl1pPr>
              <a:defRPr sz="3200">
                <a:gradFill>
                  <a:gsLst>
                    <a:gs pos="0">
                      <a:schemeClr val="accent5"/>
                    </a:gs>
                    <a:gs pos="100000">
                      <a:schemeClr val="accent2"/>
                    </a:gs>
                  </a:gsLst>
                  <a:lin ang="13800000" scaled="0"/>
                </a:gradFill>
              </a:defRPr>
            </a:lvl1pPr>
          </a:lstStyle>
          <a:p>
            <a:pPr rtl="0"/>
            <a:r>
              <a:rPr lang="pt-br"/>
              <a:t>Clique para editar o estilo de título mestre – alternativo Grande</a:t>
            </a:r>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7" name="Espaço Reservado para Rodapé 6">
            <a:extLst>
              <a:ext uri="{FF2B5EF4-FFF2-40B4-BE49-F238E27FC236}">
                <a16:creationId xmlns:a16="http://schemas.microsoft.com/office/drawing/2014/main" id="{CA8E192A-D6F1-1585-7133-0041C85402EF}"/>
              </a:ext>
            </a:extLst>
          </p:cNvPr>
          <p:cNvSpPr>
            <a:spLocks noGrp="1"/>
          </p:cNvSpPr>
          <p:nvPr>
            <p:ph type="ftr" sz="quarter" idx="15"/>
          </p:nvPr>
        </p:nvSpPr>
        <p:spPr/>
        <p:txBody>
          <a:bodyPr rtlCol="0"/>
          <a:lstStyle/>
          <a:p>
            <a:pPr algn="l" rtl="0"/>
            <a:r>
              <a:rPr lang="pt-br"/>
              <a:t>Exemplo de Texto de Rodapé</a:t>
            </a:r>
          </a:p>
        </p:txBody>
      </p:sp>
      <p:sp>
        <p:nvSpPr>
          <p:cNvPr id="3" name="Espaço Reservado para Dat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3443867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ítulo, Conteúdo 7">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FC1155E4-5659-692F-6CDC-095E555AF698}"/>
              </a:ext>
            </a:extLst>
          </p:cNvPr>
          <p:cNvSpPr/>
          <p:nvPr userDrawn="1"/>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Retângulo 10">
            <a:extLst>
              <a:ext uri="{FF2B5EF4-FFF2-40B4-BE49-F238E27FC236}">
                <a16:creationId xmlns:a16="http://schemas.microsoft.com/office/drawing/2014/main" id="{488AFD6F-0EAD-ADCF-CB9A-AB74C59048E1}"/>
              </a:ext>
            </a:extLst>
          </p:cNvPr>
          <p:cNvSpPr/>
          <p:nvPr userDrawn="1"/>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hasCustomPrompt="1"/>
          </p:nvPr>
        </p:nvSpPr>
        <p:spPr>
          <a:xfrm>
            <a:off x="612648" y="310896"/>
            <a:ext cx="10872216" cy="1225296"/>
          </a:xfrm>
        </p:spPr>
        <p:txBody>
          <a:bodyPr rtlCol="0" anchor="ctr">
            <a:normAutofit/>
          </a:bodyPr>
          <a:lstStyle>
            <a:lvl1pPr>
              <a:defRPr sz="3200">
                <a:solidFill>
                  <a:schemeClr val="bg1"/>
                </a:solidFill>
              </a:defRPr>
            </a:lvl1pPr>
          </a:lstStyle>
          <a:p>
            <a:pPr rtl="0"/>
            <a:r>
              <a:rPr lang="pt-br"/>
              <a:t>Clique para editar o estilo de título mestre – alternativo Grande</a:t>
            </a:r>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7" name="Espaço Reservado para Rodapé 6">
            <a:extLst>
              <a:ext uri="{FF2B5EF4-FFF2-40B4-BE49-F238E27FC236}">
                <a16:creationId xmlns:a16="http://schemas.microsoft.com/office/drawing/2014/main" id="{CA8E192A-D6F1-1585-7133-0041C85402EF}"/>
              </a:ext>
            </a:extLst>
          </p:cNvPr>
          <p:cNvSpPr>
            <a:spLocks noGrp="1"/>
          </p:cNvSpPr>
          <p:nvPr>
            <p:ph type="ftr" sz="quarter" idx="15"/>
          </p:nvPr>
        </p:nvSpPr>
        <p:spPr/>
        <p:txBody>
          <a:bodyPr rtlCol="0"/>
          <a:lstStyle/>
          <a:p>
            <a:pPr algn="l" rtl="0"/>
            <a:r>
              <a:rPr lang="pt-br"/>
              <a:t>Exemplo de Texto de Rodapé</a:t>
            </a:r>
            <a:endParaRPr lang="en-US" dirty="0"/>
          </a:p>
        </p:txBody>
      </p:sp>
      <p:sp>
        <p:nvSpPr>
          <p:cNvPr id="3" name="Espaço Reservado para Dat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36603767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ítulo, Conteúdo 8">
    <p:spTree>
      <p:nvGrpSpPr>
        <p:cNvPr id="1" name=""/>
        <p:cNvGrpSpPr/>
        <p:nvPr/>
      </p:nvGrpSpPr>
      <p:grpSpPr>
        <a:xfrm>
          <a:off x="0" y="0"/>
          <a:ext cx="0" cy="0"/>
          <a:chOff x="0" y="0"/>
          <a:chExt cx="0" cy="0"/>
        </a:xfrm>
      </p:grpSpPr>
      <p:grpSp>
        <p:nvGrpSpPr>
          <p:cNvPr id="12" name="Grupo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3" name="Retângulo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4" name="Retângulo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rtl="0"/>
            <a:r>
              <a:rPr lang="pt-br"/>
              <a:t>Clique para editar o estilo de título Mestre</a:t>
            </a:r>
            <a:endParaRPr lang="en-US" dirty="0"/>
          </a:p>
        </p:txBody>
      </p:sp>
      <p:sp>
        <p:nvSpPr>
          <p:cNvPr id="8" name="Espaço Reservado para Conteúdo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7" name="Espaço Reservado para Rodapé 6">
            <a:extLst>
              <a:ext uri="{FF2B5EF4-FFF2-40B4-BE49-F238E27FC236}">
                <a16:creationId xmlns:a16="http://schemas.microsoft.com/office/drawing/2014/main" id="{F3B715D2-E75C-A2E6-CE7A-70CE2EFA5E82}"/>
              </a:ext>
            </a:extLst>
          </p:cNvPr>
          <p:cNvSpPr>
            <a:spLocks noGrp="1"/>
          </p:cNvSpPr>
          <p:nvPr>
            <p:ph type="ftr" sz="quarter" idx="15"/>
          </p:nvPr>
        </p:nvSpPr>
        <p:spPr/>
        <p:txBody>
          <a:bodyPr rtlCol="0"/>
          <a:lstStyle/>
          <a:p>
            <a:pPr algn="l" rtl="0"/>
            <a:r>
              <a:rPr lang="pt-br"/>
              <a:t>Exemplo de Texto de Rodapé</a:t>
            </a:r>
          </a:p>
        </p:txBody>
      </p:sp>
      <p:sp>
        <p:nvSpPr>
          <p:cNvPr id="3" name="Espaço Reservado para Data 2">
            <a:extLst>
              <a:ext uri="{FF2B5EF4-FFF2-40B4-BE49-F238E27FC236}">
                <a16:creationId xmlns:a16="http://schemas.microsoft.com/office/drawing/2014/main" id="{11C4CAAF-9048-5116-D3C8-15E595C3BC25}"/>
              </a:ext>
            </a:extLst>
          </p:cNvPr>
          <p:cNvSpPr>
            <a:spLocks noGrp="1"/>
          </p:cNvSpPr>
          <p:nvPr>
            <p:ph type="dt" sz="half" idx="14"/>
          </p:nvPr>
        </p:nvSpPr>
        <p:spPr/>
        <p:txBody>
          <a:bodyPr rtlCol="0"/>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41736392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ítulo, Conteúdo 9">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EF2293C7-9DD5-C84B-6A44-F0D117C4C94B}"/>
              </a:ext>
            </a:extLst>
          </p:cNvPr>
          <p:cNvSpPr/>
          <p:nvPr userDrawn="1"/>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Retângulo 4">
            <a:extLst>
              <a:ext uri="{FF2B5EF4-FFF2-40B4-BE49-F238E27FC236}">
                <a16:creationId xmlns:a16="http://schemas.microsoft.com/office/drawing/2014/main" id="{1C088F0D-A4DE-CAA0-43A6-84E52AD904F3}"/>
              </a:ext>
            </a:extLst>
          </p:cNvPr>
          <p:cNvSpPr/>
          <p:nvPr userDrawn="1"/>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p>
        </p:txBody>
      </p:sp>
      <p:sp>
        <p:nvSpPr>
          <p:cNvPr id="6" name="Retângulo 5">
            <a:extLst>
              <a:ext uri="{FF2B5EF4-FFF2-40B4-BE49-F238E27FC236}">
                <a16:creationId xmlns:a16="http://schemas.microsoft.com/office/drawing/2014/main" id="{25CD67E0-1350-1985-A4E1-5215AF902BF2}"/>
              </a:ext>
            </a:extLst>
          </p:cNvPr>
          <p:cNvSpPr/>
          <p:nvPr userDrawn="1"/>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hasCustomPrompt="1"/>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rtl="0"/>
            <a:r>
              <a:rPr lang="pt-br"/>
              <a:t>Clique para editar o estilo de título mestre – alternativo XL</a:t>
            </a:r>
          </a:p>
        </p:txBody>
      </p:sp>
      <p:sp>
        <p:nvSpPr>
          <p:cNvPr id="8" name="Espaço Reservado para Conteúdo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11" name="Espaço Reservado para Rodapé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rtlCol="0"/>
          <a:lstStyle>
            <a:lvl1pPr>
              <a:defRPr>
                <a:solidFill>
                  <a:schemeClr val="bg1"/>
                </a:solidFill>
              </a:defRPr>
            </a:lvl1pPr>
          </a:lstStyle>
          <a:p>
            <a:pPr rtl="0"/>
            <a:r>
              <a:rPr lang="pt-br"/>
              <a:t>Exemplo de Texto de Rodapé</a:t>
            </a:r>
            <a:endParaRPr lang="en-US" dirty="0"/>
          </a:p>
        </p:txBody>
      </p:sp>
      <p:sp>
        <p:nvSpPr>
          <p:cNvPr id="10" name="Espaço Reservado para Data 9">
            <a:extLst>
              <a:ext uri="{FF2B5EF4-FFF2-40B4-BE49-F238E27FC236}">
                <a16:creationId xmlns:a16="http://schemas.microsoft.com/office/drawing/2014/main" id="{0790CD73-4635-8D46-A7E8-EDF5E35D34ED}"/>
              </a:ext>
            </a:extLst>
          </p:cNvPr>
          <p:cNvSpPr>
            <a:spLocks noGrp="1"/>
          </p:cNvSpPr>
          <p:nvPr>
            <p:ph type="dt" sz="half" idx="14"/>
          </p:nvPr>
        </p:nvSpPr>
        <p:spPr/>
        <p:txBody>
          <a:bodyPr rtlCol="0"/>
          <a:lstStyle/>
          <a:p>
            <a:pPr rtl="0"/>
            <a:r>
              <a:rPr lang="en-US"/>
              <a:t>20/2/2025</a:t>
            </a:r>
            <a:endParaRPr lang="en-US" dirty="0"/>
          </a:p>
        </p:txBody>
      </p:sp>
      <p:sp>
        <p:nvSpPr>
          <p:cNvPr id="12" name="Espaço Reservado para o Número do Slide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1807304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ítulo, Foto de Conteúdo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rtlCol="0" anchor="b"/>
          <a:lstStyle/>
          <a:p>
            <a:pPr rtl="0"/>
            <a:r>
              <a:rPr lang="pt-br"/>
              <a:t>Clique para editar o estilo de título Mestre</a:t>
            </a:r>
            <a:endParaRPr lang="en-US" dirty="0"/>
          </a:p>
        </p:txBody>
      </p:sp>
      <p:grpSp>
        <p:nvGrpSpPr>
          <p:cNvPr id="3" name="Grupo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userDrawn="1"/>
        </p:nvGrpSpPr>
        <p:grpSpPr>
          <a:xfrm>
            <a:off x="0" y="0"/>
            <a:ext cx="123362" cy="6858000"/>
            <a:chOff x="12068638" y="0"/>
            <a:chExt cx="123362" cy="6858000"/>
          </a:xfrm>
        </p:grpSpPr>
        <p:sp>
          <p:nvSpPr>
            <p:cNvPr id="9" name="Retângulo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tângulo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11" name="Espaço Reservado para Imagem 10">
            <a:extLst>
              <a:ext uri="{FF2B5EF4-FFF2-40B4-BE49-F238E27FC236}">
                <a16:creationId xmlns:a16="http://schemas.microsoft.com/office/drawing/2014/main" id="{F96EE962-E57A-8EDB-7169-6EB04FA7539A}"/>
              </a:ext>
            </a:extLst>
          </p:cNvPr>
          <p:cNvSpPr>
            <a:spLocks noGrp="1"/>
          </p:cNvSpPr>
          <p:nvPr>
            <p:ph type="pic" sz="quarter" idx="15"/>
          </p:nvPr>
        </p:nvSpPr>
        <p:spPr>
          <a:xfrm>
            <a:off x="115866" y="0"/>
            <a:ext cx="4837176" cy="6858000"/>
          </a:xfrm>
          <a:blipFill>
            <a:blip r:embed="rId2">
              <a:alphaModFix amt="60000"/>
            </a:blip>
            <a:stretch>
              <a:fillRect/>
            </a:stretch>
          </a:blipFill>
        </p:spPr>
        <p:txBody>
          <a:bodyPr rtlCol="0"/>
          <a:lstStyle/>
          <a:p>
            <a:pPr rtl="0"/>
            <a:r>
              <a:rPr lang="pt-br"/>
              <a:t>Clique no ícone para adicionar uma imagem</a:t>
            </a:r>
          </a:p>
        </p:txBody>
      </p:sp>
      <p:sp>
        <p:nvSpPr>
          <p:cNvPr id="8" name="Espaço Reservado para Conteúdo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5" name="Espaço Reservado para Rodapé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rtlCol="0"/>
          <a:lstStyle/>
          <a:p>
            <a:pPr rtl="0"/>
            <a:r>
              <a:rPr lang="pt-br"/>
              <a:t>Exemplo de Texto de Rodapé</a:t>
            </a:r>
          </a:p>
        </p:txBody>
      </p:sp>
      <p:sp>
        <p:nvSpPr>
          <p:cNvPr id="4" name="Espaço Reservado para Data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rtlCol="0"/>
          <a:lstStyle/>
          <a:p>
            <a:pPr rtl="0"/>
            <a:r>
              <a:rPr lang="en-US"/>
              <a:t>20/2/2025</a:t>
            </a:r>
            <a:endParaRPr lang="en-US" dirty="0"/>
          </a:p>
        </p:txBody>
      </p:sp>
      <p:sp>
        <p:nvSpPr>
          <p:cNvPr id="6" name="Espaço Reservado para o Número do Slide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417492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ítulo, Foto de Conteú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rtlCol="0" anchor="b"/>
          <a:lstStyle/>
          <a:p>
            <a:pPr rtl="0"/>
            <a:r>
              <a:rPr lang="pt-br"/>
              <a:t>Clique para editar o estilo de título Mestre</a:t>
            </a:r>
            <a:endParaRPr lang="en-US" dirty="0"/>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Rodapé 3">
            <a:extLst>
              <a:ext uri="{FF2B5EF4-FFF2-40B4-BE49-F238E27FC236}">
                <a16:creationId xmlns:a16="http://schemas.microsoft.com/office/drawing/2014/main" id="{655B44AF-FB05-4BBA-5AC9-C89D1BB5BE69}"/>
              </a:ext>
            </a:extLst>
          </p:cNvPr>
          <p:cNvSpPr>
            <a:spLocks noGrp="1"/>
          </p:cNvSpPr>
          <p:nvPr>
            <p:ph type="ftr" sz="quarter" idx="17"/>
          </p:nvPr>
        </p:nvSpPr>
        <p:spPr/>
        <p:txBody>
          <a:bodyPr rtlCol="0"/>
          <a:lstStyle/>
          <a:p>
            <a:pPr rtl="0"/>
            <a:r>
              <a:rPr lang="pt-br"/>
              <a:t>Exemplo de Texto de Rodapé</a:t>
            </a:r>
            <a:endParaRPr lang="en-US" dirty="0"/>
          </a:p>
        </p:txBody>
      </p:sp>
      <p:sp>
        <p:nvSpPr>
          <p:cNvPr id="3" name="Espaço Reservado para Data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rtlCol="0"/>
          <a:lstStyle/>
          <a:p>
            <a:pPr rtl="0"/>
            <a:r>
              <a:rPr lang="en-US"/>
              <a:t>20/2/2025</a:t>
            </a:r>
            <a:endParaRPr lang="en-US" dirty="0"/>
          </a:p>
        </p:txBody>
      </p:sp>
      <p:sp>
        <p:nvSpPr>
          <p:cNvPr id="13" name="Espaço Reservado para o Número do Slide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rtlCol="0"/>
          <a:lstStyle/>
          <a:p>
            <a:pPr rtl="0"/>
            <a:fld id="{CC057153-B650-4DEB-B370-79DDCFDCE934}" type="slidenum">
              <a:rPr lang="en-US" smtClean="0"/>
              <a:pPr/>
              <a:t>‹#›</a:t>
            </a:fld>
            <a:endParaRPr lang="en-US" dirty="0"/>
          </a:p>
        </p:txBody>
      </p:sp>
      <p:sp>
        <p:nvSpPr>
          <p:cNvPr id="9" name="Espaço Reservado para Imagem 8">
            <a:extLst>
              <a:ext uri="{FF2B5EF4-FFF2-40B4-BE49-F238E27FC236}">
                <a16:creationId xmlns:a16="http://schemas.microsoft.com/office/drawing/2014/main" id="{19D3616B-B0C6-AB9E-48FA-05090671826A}"/>
              </a:ext>
            </a:extLst>
          </p:cNvPr>
          <p:cNvSpPr>
            <a:spLocks noGrp="1"/>
          </p:cNvSpPr>
          <p:nvPr>
            <p:ph type="pic" sz="quarter" idx="15"/>
          </p:nvPr>
        </p:nvSpPr>
        <p:spPr>
          <a:xfrm>
            <a:off x="8129142" y="0"/>
            <a:ext cx="3939493" cy="6858000"/>
          </a:xfrm>
          <a:blipFill>
            <a:blip r:embed="rId2">
              <a:alphaModFix amt="60000"/>
            </a:blip>
            <a:stretch>
              <a:fillRect/>
            </a:stretch>
          </a:blipFill>
        </p:spPr>
        <p:txBody>
          <a:bodyPr rtlCol="0"/>
          <a:lstStyle/>
          <a:p>
            <a:pPr rtl="0"/>
            <a:r>
              <a:rPr lang="pt-br"/>
              <a:t>Clique no ícone para adicionar uma imagem</a:t>
            </a:r>
          </a:p>
        </p:txBody>
      </p:sp>
      <p:grpSp>
        <p:nvGrpSpPr>
          <p:cNvPr id="10" name="Grupo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11" name="Retângulo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tângulo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Tree>
    <p:extLst>
      <p:ext uri="{BB962C8B-B14F-4D97-AF65-F5344CB8AC3E}">
        <p14:creationId xmlns:p14="http://schemas.microsoft.com/office/powerpoint/2010/main" val="2187197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ítulo, Foto de Conteúd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rtlCol="0" anchor="b"/>
          <a:lstStyle/>
          <a:p>
            <a:pPr rtl="0"/>
            <a:r>
              <a:rPr lang="pt-br"/>
              <a:t>Clique para editar o estilo de título Mestre</a:t>
            </a:r>
            <a:endParaRPr lang="en-US" dirty="0"/>
          </a:p>
        </p:txBody>
      </p:sp>
      <p:sp>
        <p:nvSpPr>
          <p:cNvPr id="10" name="Espaço Reservado para Imagem 9">
            <a:extLst>
              <a:ext uri="{FF2B5EF4-FFF2-40B4-BE49-F238E27FC236}">
                <a16:creationId xmlns:a16="http://schemas.microsoft.com/office/drawing/2014/main" id="{8AF4E90B-EF6F-24B4-C4FE-7FBC72B7E9EE}"/>
              </a:ext>
            </a:extLst>
          </p:cNvPr>
          <p:cNvSpPr>
            <a:spLocks noGrp="1"/>
          </p:cNvSpPr>
          <p:nvPr>
            <p:ph type="pic" sz="quarter" idx="15"/>
          </p:nvPr>
        </p:nvSpPr>
        <p:spPr>
          <a:xfrm>
            <a:off x="115867" y="0"/>
            <a:ext cx="3968496" cy="6858000"/>
          </a:xfrm>
          <a:blipFill>
            <a:blip r:embed="rId2">
              <a:alphaModFix amt="60000"/>
            </a:blip>
            <a:stretch>
              <a:fillRect/>
            </a:stretch>
          </a:blipFill>
        </p:spPr>
        <p:txBody>
          <a:bodyPr rtlCol="0"/>
          <a:lstStyle/>
          <a:p>
            <a:pPr rtl="0"/>
            <a:r>
              <a:rPr lang="pt-br"/>
              <a:t>Clique no ícone para adicionar uma imagem</a:t>
            </a:r>
          </a:p>
        </p:txBody>
      </p:sp>
      <p:grpSp>
        <p:nvGrpSpPr>
          <p:cNvPr id="11" name="Grupo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userDrawn="1"/>
        </p:nvGrpSpPr>
        <p:grpSpPr>
          <a:xfrm>
            <a:off x="0" y="0"/>
            <a:ext cx="123362" cy="6858000"/>
            <a:chOff x="12068638" y="0"/>
            <a:chExt cx="123362" cy="6858000"/>
          </a:xfrm>
        </p:grpSpPr>
        <p:sp>
          <p:nvSpPr>
            <p:cNvPr id="12" name="Retângulo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Retângulo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8" name="Espaço Reservado para Conteúdo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Rodapé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rtlCol="0"/>
          <a:lstStyle/>
          <a:p>
            <a:pPr rtl="0"/>
            <a:r>
              <a:rPr lang="pt-br"/>
              <a:t>Amostra de Texto de Rodapé</a:t>
            </a:r>
          </a:p>
        </p:txBody>
      </p:sp>
      <p:sp>
        <p:nvSpPr>
          <p:cNvPr id="3" name="Espaço Reservado para Data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rtlCol="0"/>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1632171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ítulo, Foto de Conteúdo 4">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9" name="Retângulo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tângulo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rtlCol="0" anchor="b"/>
          <a:lstStyle/>
          <a:p>
            <a:pPr rtl="0"/>
            <a:r>
              <a:rPr lang="pt-br"/>
              <a:t>Clique para editar o estilo de título Mestre</a:t>
            </a:r>
            <a:endParaRPr lang="en-US" dirty="0"/>
          </a:p>
        </p:txBody>
      </p:sp>
      <p:sp>
        <p:nvSpPr>
          <p:cNvPr id="8" name="Espaço Reservado para Conteúdo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11" name="Espaço Reservado para Rodapé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rtlCol="0"/>
          <a:lstStyle/>
          <a:p>
            <a:pPr rtl="0"/>
            <a:r>
              <a:rPr lang="pt-br"/>
              <a:t>Exemplo de Texto de Rodapé</a:t>
            </a:r>
          </a:p>
        </p:txBody>
      </p:sp>
      <p:sp>
        <p:nvSpPr>
          <p:cNvPr id="4" name="Espaço Reservado para Data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rtlCol="0"/>
          <a:lstStyle/>
          <a:p>
            <a:pPr rtl="0"/>
            <a:r>
              <a:rPr lang="en-US"/>
              <a:t>20/2/2025</a:t>
            </a:r>
            <a:endParaRPr lang="en-US" dirty="0"/>
          </a:p>
        </p:txBody>
      </p:sp>
      <p:sp>
        <p:nvSpPr>
          <p:cNvPr id="13" name="Espaço Reservado para o Número do Slide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rtlCol="0"/>
          <a:lstStyle/>
          <a:p>
            <a:pPr rtl="0"/>
            <a:fld id="{CC057153-B650-4DEB-B370-79DDCFDCE934}" type="slidenum">
              <a:rPr lang="en-US" smtClean="0"/>
              <a:pPr/>
              <a:t>‹#›</a:t>
            </a:fld>
            <a:endParaRPr lang="en-US" dirty="0"/>
          </a:p>
        </p:txBody>
      </p:sp>
      <p:sp>
        <p:nvSpPr>
          <p:cNvPr id="12" name="Espaço Reservado para Imagem 11">
            <a:extLst>
              <a:ext uri="{FF2B5EF4-FFF2-40B4-BE49-F238E27FC236}">
                <a16:creationId xmlns:a16="http://schemas.microsoft.com/office/drawing/2014/main" id="{EC59C038-AFE7-F1BB-D482-33E170892572}"/>
              </a:ext>
            </a:extLst>
          </p:cNvPr>
          <p:cNvSpPr>
            <a:spLocks noGrp="1"/>
          </p:cNvSpPr>
          <p:nvPr>
            <p:ph type="pic" sz="quarter" idx="15"/>
          </p:nvPr>
        </p:nvSpPr>
        <p:spPr>
          <a:xfrm>
            <a:off x="5844556" y="0"/>
            <a:ext cx="6224082" cy="6858000"/>
          </a:xfrm>
          <a:blipFill>
            <a:blip r:embed="rId2">
              <a:alphaModFix amt="60000"/>
            </a:blip>
            <a:stretch>
              <a:fillRect/>
            </a:stretch>
          </a:blipFill>
        </p:spPr>
        <p:txBody>
          <a:bodyPr rtlCol="0"/>
          <a:lstStyle/>
          <a:p>
            <a:pPr rtl="0"/>
            <a:r>
              <a:rPr lang="pt-br"/>
              <a:t>Clique no ícone para adicionar uma imagem</a:t>
            </a:r>
          </a:p>
        </p:txBody>
      </p:sp>
    </p:spTree>
    <p:extLst>
      <p:ext uri="{BB962C8B-B14F-4D97-AF65-F5344CB8AC3E}">
        <p14:creationId xmlns:p14="http://schemas.microsoft.com/office/powerpoint/2010/main" val="26405861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ítulo, Foto de Conteúdo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rtlCol="0" anchor="b"/>
          <a:lstStyle/>
          <a:p>
            <a:pPr rtl="0"/>
            <a:r>
              <a:rPr lang="pt-br"/>
              <a:t>Clique para editar o estilo de título Mestre</a:t>
            </a:r>
            <a:endParaRPr lang="en-US" dirty="0"/>
          </a:p>
        </p:txBody>
      </p:sp>
      <p:sp>
        <p:nvSpPr>
          <p:cNvPr id="8" name="Espaço Reservado para Conteúdo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Rodapé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rtlCol="0"/>
          <a:lstStyle/>
          <a:p>
            <a:pPr rtl="0"/>
            <a:r>
              <a:rPr lang="pt-br"/>
              <a:t>Amostra de Texto de Rodapé</a:t>
            </a:r>
          </a:p>
        </p:txBody>
      </p:sp>
      <p:sp>
        <p:nvSpPr>
          <p:cNvPr id="3" name="Espaço Reservado para Data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rtlCol="0"/>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rtlCol="0"/>
          <a:lstStyle/>
          <a:p>
            <a:pPr rtl="0"/>
            <a:fld id="{CC057153-B650-4DEB-B370-79DDCFDCE934}" type="slidenum">
              <a:rPr lang="en-US" smtClean="0"/>
              <a:pPr/>
              <a:t>‹#›</a:t>
            </a:fld>
            <a:endParaRPr lang="en-US" dirty="0"/>
          </a:p>
        </p:txBody>
      </p:sp>
      <p:sp>
        <p:nvSpPr>
          <p:cNvPr id="10" name="Espaço Reservado para Imagem 9">
            <a:extLst>
              <a:ext uri="{FF2B5EF4-FFF2-40B4-BE49-F238E27FC236}">
                <a16:creationId xmlns:a16="http://schemas.microsoft.com/office/drawing/2014/main" id="{EE2866F3-0262-FC88-23E2-359D75EA8A79}"/>
              </a:ext>
            </a:extLst>
          </p:cNvPr>
          <p:cNvSpPr>
            <a:spLocks noGrp="1"/>
          </p:cNvSpPr>
          <p:nvPr>
            <p:ph type="pic" sz="quarter" idx="15"/>
          </p:nvPr>
        </p:nvSpPr>
        <p:spPr>
          <a:xfrm>
            <a:off x="5660263" y="0"/>
            <a:ext cx="6408375" cy="6858000"/>
          </a:xfrm>
          <a:blipFill>
            <a:blip r:embed="rId2">
              <a:alphaModFix amt="60000"/>
            </a:blip>
            <a:stretch>
              <a:fillRect/>
            </a:stretch>
          </a:blipFill>
        </p:spPr>
        <p:txBody>
          <a:bodyPr rtlCol="0"/>
          <a:lstStyle/>
          <a:p>
            <a:pPr rtl="0"/>
            <a:r>
              <a:rPr lang="pt-br"/>
              <a:t>Clique no ícone para adicionar uma imagem</a:t>
            </a:r>
          </a:p>
        </p:txBody>
      </p:sp>
      <p:grpSp>
        <p:nvGrpSpPr>
          <p:cNvPr id="11" name="Grupo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12" name="Retângulo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Retângulo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Tree>
    <p:extLst>
      <p:ext uri="{BB962C8B-B14F-4D97-AF65-F5344CB8AC3E}">
        <p14:creationId xmlns:p14="http://schemas.microsoft.com/office/powerpoint/2010/main" val="3691800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ítulo, Foto de Conteúdo 6">
    <p:spTree>
      <p:nvGrpSpPr>
        <p:cNvPr id="1" name=""/>
        <p:cNvGrpSpPr/>
        <p:nvPr/>
      </p:nvGrpSpPr>
      <p:grpSpPr>
        <a:xfrm>
          <a:off x="0" y="0"/>
          <a:ext cx="0" cy="0"/>
          <a:chOff x="0" y="0"/>
          <a:chExt cx="0" cy="0"/>
        </a:xfrm>
      </p:grpSpPr>
      <p:grpSp>
        <p:nvGrpSpPr>
          <p:cNvPr id="16" name="Grupo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7" name="Retângulo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8" name="Retângulo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rtlCol="0" anchor="t"/>
          <a:lstStyle/>
          <a:p>
            <a:pPr rtl="0"/>
            <a:r>
              <a:rPr lang="pt-br"/>
              <a:t>Clique para editar o estilo de título Mestre</a:t>
            </a:r>
            <a:endParaRPr lang="en-US" dirty="0"/>
          </a:p>
        </p:txBody>
      </p:sp>
      <p:sp>
        <p:nvSpPr>
          <p:cNvPr id="10" name="Espaço Reservado para Imagem 9">
            <a:extLst>
              <a:ext uri="{FF2B5EF4-FFF2-40B4-BE49-F238E27FC236}">
                <a16:creationId xmlns:a16="http://schemas.microsoft.com/office/drawing/2014/main" id="{85A6D87B-55DF-483B-0AF7-E6F2B6041C80}"/>
              </a:ext>
            </a:extLst>
          </p:cNvPr>
          <p:cNvSpPr>
            <a:spLocks noGrp="1"/>
          </p:cNvSpPr>
          <p:nvPr>
            <p:ph type="pic" sz="quarter" idx="15"/>
          </p:nvPr>
        </p:nvSpPr>
        <p:spPr>
          <a:xfrm>
            <a:off x="4105656" y="722376"/>
            <a:ext cx="3417212" cy="5440680"/>
          </a:xfrm>
          <a:blipFill>
            <a:blip r:embed="rId2">
              <a:alphaModFix amt="60000"/>
            </a:blip>
            <a:stretch>
              <a:fillRect/>
            </a:stretch>
          </a:blipFill>
        </p:spPr>
        <p:txBody>
          <a:bodyPr rtlCol="0"/>
          <a:lstStyle/>
          <a:p>
            <a:pPr rtl="0"/>
            <a:r>
              <a:rPr lang="pt-br"/>
              <a:t>Clique no ícone para adicionar uma imagem</a:t>
            </a:r>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14" name="Espaço Reservado para Rodapé 13">
            <a:extLst>
              <a:ext uri="{FF2B5EF4-FFF2-40B4-BE49-F238E27FC236}">
                <a16:creationId xmlns:a16="http://schemas.microsoft.com/office/drawing/2014/main" id="{B46F9121-A740-6137-350B-F287FC3F65ED}"/>
              </a:ext>
            </a:extLst>
          </p:cNvPr>
          <p:cNvSpPr>
            <a:spLocks noGrp="1"/>
          </p:cNvSpPr>
          <p:nvPr>
            <p:ph type="ftr" sz="quarter" idx="17"/>
          </p:nvPr>
        </p:nvSpPr>
        <p:spPr/>
        <p:txBody>
          <a:bodyPr rtlCol="0"/>
          <a:lstStyle/>
          <a:p>
            <a:pPr rtl="0"/>
            <a:r>
              <a:rPr lang="pt-br"/>
              <a:t>Exemplo de Texto de Rodapé</a:t>
            </a:r>
          </a:p>
        </p:txBody>
      </p:sp>
      <p:sp>
        <p:nvSpPr>
          <p:cNvPr id="9" name="Espaço Reservado para Data 8">
            <a:extLst>
              <a:ext uri="{FF2B5EF4-FFF2-40B4-BE49-F238E27FC236}">
                <a16:creationId xmlns:a16="http://schemas.microsoft.com/office/drawing/2014/main" id="{71DDF62D-265F-648C-DEAF-A6B63AFE9A88}"/>
              </a:ext>
            </a:extLst>
          </p:cNvPr>
          <p:cNvSpPr>
            <a:spLocks noGrp="1"/>
          </p:cNvSpPr>
          <p:nvPr>
            <p:ph type="dt" sz="half" idx="16"/>
          </p:nvPr>
        </p:nvSpPr>
        <p:spPr/>
        <p:txBody>
          <a:bodyPr rtlCol="0"/>
          <a:lstStyle/>
          <a:p>
            <a:pPr rtl="0"/>
            <a:r>
              <a:rPr lang="en-US"/>
              <a:t>20/2/2025</a:t>
            </a:r>
            <a:endParaRPr lang="en-US" dirty="0"/>
          </a:p>
        </p:txBody>
      </p:sp>
      <p:sp>
        <p:nvSpPr>
          <p:cNvPr id="15" name="Espaço Reservado para o Número do Slide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2471650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ítulo, Foto de Conteúdo 7">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userDrawn="1"/>
        </p:nvGrpSpPr>
        <p:grpSpPr>
          <a:xfrm>
            <a:off x="0" y="0"/>
            <a:ext cx="123362" cy="6858000"/>
            <a:chOff x="12068638" y="0"/>
            <a:chExt cx="123362" cy="6858000"/>
          </a:xfrm>
        </p:grpSpPr>
        <p:sp>
          <p:nvSpPr>
            <p:cNvPr id="9" name="Retângulo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tângulo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rtlCol="0" anchor="b"/>
          <a:lstStyle/>
          <a:p>
            <a:pPr rtl="0"/>
            <a:r>
              <a:rPr lang="pt-br"/>
              <a:t>Clique para editar o estilo de título Mestre</a:t>
            </a:r>
            <a:endParaRPr lang="en-US" dirty="0"/>
          </a:p>
        </p:txBody>
      </p:sp>
      <p:sp>
        <p:nvSpPr>
          <p:cNvPr id="12" name="Espaço Reservado para Imagem 11">
            <a:extLst>
              <a:ext uri="{FF2B5EF4-FFF2-40B4-BE49-F238E27FC236}">
                <a16:creationId xmlns:a16="http://schemas.microsoft.com/office/drawing/2014/main" id="{F8A45037-DD9A-9287-B37A-49CD4CC3CAFB}"/>
              </a:ext>
            </a:extLst>
          </p:cNvPr>
          <p:cNvSpPr>
            <a:spLocks noGrp="1"/>
          </p:cNvSpPr>
          <p:nvPr>
            <p:ph type="pic" sz="quarter" idx="15"/>
          </p:nvPr>
        </p:nvSpPr>
        <p:spPr>
          <a:xfrm>
            <a:off x="115866" y="-1"/>
            <a:ext cx="7397496" cy="6857999"/>
          </a:xfrm>
          <a:blipFill>
            <a:blip r:embed="rId2">
              <a:alphaModFix amt="60000"/>
            </a:blip>
            <a:stretch>
              <a:fillRect/>
            </a:stretch>
          </a:blipFill>
        </p:spPr>
        <p:txBody>
          <a:bodyPr rtlCol="0"/>
          <a:lstStyle/>
          <a:p>
            <a:pPr rtl="0"/>
            <a:r>
              <a:rPr lang="pt-br"/>
              <a:t>Clique no ícone para adicionar uma imagem</a:t>
            </a:r>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11" name="Espaço Reservado para Rodapé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rtlCol="0"/>
          <a:lstStyle/>
          <a:p>
            <a:pPr rtl="0"/>
            <a:r>
              <a:rPr lang="pt-br"/>
              <a:t>Exemplo de Texto de Rodapé</a:t>
            </a:r>
          </a:p>
        </p:txBody>
      </p:sp>
      <p:sp>
        <p:nvSpPr>
          <p:cNvPr id="4" name="Espaço Reservado para Data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rtlCol="0"/>
          <a:lstStyle/>
          <a:p>
            <a:pPr rtl="0"/>
            <a:r>
              <a:rPr lang="en-US"/>
              <a:t>20/2/2025</a:t>
            </a:r>
            <a:endParaRPr lang="en-US" dirty="0"/>
          </a:p>
        </p:txBody>
      </p:sp>
      <p:sp>
        <p:nvSpPr>
          <p:cNvPr id="13" name="Espaço Reservado para o Número do Slide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12467347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ítulo, Foto de Conteúdo 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rtlCol="0" anchor="b"/>
          <a:lstStyle/>
          <a:p>
            <a:pPr rtl="0"/>
            <a:r>
              <a:rPr lang="pt-br"/>
              <a:t>Clique para editar o estilo de título Mestre</a:t>
            </a:r>
            <a:endParaRPr lang="en-US" dirty="0"/>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rtlCol="0"/>
          <a:lstStyle>
            <a:lvl1pPr>
              <a:defRPr>
                <a:solidFill>
                  <a:schemeClr val="tx1"/>
                </a:solidFill>
                <a:effectLst/>
              </a:defRPr>
            </a:lvl1pPr>
          </a:lstStyle>
          <a:p>
            <a:pPr rtl="0"/>
            <a:r>
              <a:rPr lang="en-US"/>
              <a:t>20/2/2025</a:t>
            </a:r>
            <a:endParaRPr lang="en-US" dirty="0"/>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rtlCol="0"/>
          <a:lstStyle/>
          <a:p>
            <a:pPr rtl="0"/>
            <a:fld id="{CC057153-B650-4DEB-B370-79DDCFDCE934}" type="slidenum">
              <a:rPr lang="en-US" smtClean="0"/>
              <a:t>‹#›</a:t>
            </a:fld>
            <a:endParaRPr lang="en-US"/>
          </a:p>
        </p:txBody>
      </p:sp>
      <p:sp>
        <p:nvSpPr>
          <p:cNvPr id="10" name="Espaço Reservado para Imagem 9">
            <a:extLst>
              <a:ext uri="{FF2B5EF4-FFF2-40B4-BE49-F238E27FC236}">
                <a16:creationId xmlns:a16="http://schemas.microsoft.com/office/drawing/2014/main" id="{85A6D87B-55DF-483B-0AF7-E6F2B6041C80}"/>
              </a:ext>
            </a:extLst>
          </p:cNvPr>
          <p:cNvSpPr>
            <a:spLocks noGrp="1"/>
          </p:cNvSpPr>
          <p:nvPr>
            <p:ph type="pic" sz="quarter" idx="15"/>
          </p:nvPr>
        </p:nvSpPr>
        <p:spPr>
          <a:xfrm>
            <a:off x="4802819" y="0"/>
            <a:ext cx="7265819" cy="6858000"/>
          </a:xfrm>
          <a:blipFill>
            <a:blip r:embed="rId2">
              <a:alphaModFix amt="60000"/>
            </a:blip>
            <a:stretch>
              <a:fillRect/>
            </a:stretch>
          </a:blipFill>
        </p:spPr>
        <p:txBody>
          <a:bodyPr rtlCol="0"/>
          <a:lstStyle/>
          <a:p>
            <a:pPr rtl="0"/>
            <a:r>
              <a:rPr lang="pt-br"/>
              <a:t>Clique no ícone para adicionar uma imagem</a:t>
            </a:r>
          </a:p>
        </p:txBody>
      </p:sp>
      <p:grpSp>
        <p:nvGrpSpPr>
          <p:cNvPr id="11" name="Grupo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12" name="Retângulo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Retângulo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Tree>
    <p:extLst>
      <p:ext uri="{BB962C8B-B14F-4D97-AF65-F5344CB8AC3E}">
        <p14:creationId xmlns:p14="http://schemas.microsoft.com/office/powerpoint/2010/main" val="28923169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ítulo, Foto de Conteúdo 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rtlCol="0" anchor="b"/>
          <a:lstStyle/>
          <a:p>
            <a:pPr rtl="0"/>
            <a:r>
              <a:rPr lang="pt-br"/>
              <a:t>Clique para editar o estilo de título Mestre</a:t>
            </a:r>
            <a:endParaRPr lang="en-US" dirty="0"/>
          </a:p>
        </p:txBody>
      </p:sp>
      <p:sp>
        <p:nvSpPr>
          <p:cNvPr id="10" name="Espaço Reservado para Imagem 9">
            <a:extLst>
              <a:ext uri="{FF2B5EF4-FFF2-40B4-BE49-F238E27FC236}">
                <a16:creationId xmlns:a16="http://schemas.microsoft.com/office/drawing/2014/main" id="{F93A3E8A-C3F5-3D0B-FDE4-68B52DFE7196}"/>
              </a:ext>
            </a:extLst>
          </p:cNvPr>
          <p:cNvSpPr>
            <a:spLocks noGrp="1"/>
          </p:cNvSpPr>
          <p:nvPr>
            <p:ph type="pic" sz="quarter" idx="15"/>
          </p:nvPr>
        </p:nvSpPr>
        <p:spPr>
          <a:xfrm>
            <a:off x="115866" y="0"/>
            <a:ext cx="7397496" cy="6858000"/>
          </a:xfrm>
          <a:blipFill dpi="0" rotWithShape="1">
            <a:blip r:embed="rId2">
              <a:alphaModFix amt="60000"/>
            </a:blip>
            <a:srcRect/>
            <a:stretch>
              <a:fillRect/>
            </a:stretch>
          </a:blipFill>
        </p:spPr>
        <p:txBody>
          <a:bodyPr rtlCol="0"/>
          <a:lstStyle/>
          <a:p>
            <a:pPr rtl="0"/>
            <a:r>
              <a:rPr lang="pt-br"/>
              <a:t>Clique no ícone para adicionar uma imagem</a:t>
            </a:r>
          </a:p>
        </p:txBody>
      </p:sp>
      <p:grpSp>
        <p:nvGrpSpPr>
          <p:cNvPr id="11" name="Grupo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userDrawn="1"/>
        </p:nvGrpSpPr>
        <p:grpSpPr>
          <a:xfrm>
            <a:off x="0" y="0"/>
            <a:ext cx="123362" cy="6858000"/>
            <a:chOff x="12068638" y="0"/>
            <a:chExt cx="123362" cy="6858000"/>
          </a:xfrm>
        </p:grpSpPr>
        <p:sp>
          <p:nvSpPr>
            <p:cNvPr id="12" name="Retângulo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Retângulo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rtlCol="0">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Rodapé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rtlCol="0"/>
          <a:lstStyle/>
          <a:p>
            <a:pPr rtl="0"/>
            <a:r>
              <a:rPr lang="pt-br"/>
              <a:t>Amostra de Texto de Rodapé</a:t>
            </a:r>
          </a:p>
        </p:txBody>
      </p:sp>
      <p:sp>
        <p:nvSpPr>
          <p:cNvPr id="3" name="Espaço Reservado para Data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rtlCol="0"/>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11601941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ítulo, Foto de Conteúdo 10">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rtlCol="0" anchor="t">
            <a:normAutofit/>
          </a:bodyPr>
          <a:lstStyle>
            <a:lvl1pPr>
              <a:defRPr sz="3200"/>
            </a:lvl1pPr>
          </a:lstStyle>
          <a:p>
            <a:pPr rtl="0"/>
            <a:r>
              <a:rPr lang="pt-br"/>
              <a:t>Clique para editar o estilo de título Mestre</a:t>
            </a:r>
            <a:endParaRPr lang="en-US" dirty="0"/>
          </a:p>
        </p:txBody>
      </p:sp>
      <p:sp>
        <p:nvSpPr>
          <p:cNvPr id="4" name="Espaço Reservado para Imagem 3">
            <a:extLst>
              <a:ext uri="{FF2B5EF4-FFF2-40B4-BE49-F238E27FC236}">
                <a16:creationId xmlns:a16="http://schemas.microsoft.com/office/drawing/2014/main" id="{1C17E7B2-E2F9-D41D-D140-E89E0C3F5B96}"/>
              </a:ext>
            </a:extLst>
          </p:cNvPr>
          <p:cNvSpPr>
            <a:spLocks noGrp="1"/>
          </p:cNvSpPr>
          <p:nvPr>
            <p:ph type="pic" sz="quarter" idx="16"/>
          </p:nvPr>
        </p:nvSpPr>
        <p:spPr>
          <a:xfrm>
            <a:off x="0" y="1"/>
            <a:ext cx="12192000" cy="4591025"/>
          </a:xfrm>
          <a:blipFill dpi="0" rotWithShape="1">
            <a:blip r:embed="rId2">
              <a:alphaModFix amt="60000"/>
            </a:blip>
            <a:srcRect/>
            <a:stretch>
              <a:fillRect/>
            </a:stretch>
          </a:blipFill>
        </p:spPr>
        <p:txBody>
          <a:bodyPr rtlCol="0"/>
          <a:lstStyle/>
          <a:p>
            <a:pPr rtl="0"/>
            <a:r>
              <a:rPr lang="pt-br"/>
              <a:t>Clique no ícone para adicionar uma imagem</a:t>
            </a:r>
          </a:p>
        </p:txBody>
      </p:sp>
      <p:grpSp>
        <p:nvGrpSpPr>
          <p:cNvPr id="9" name="Grupo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userDrawn="1"/>
        </p:nvGrpSpPr>
        <p:grpSpPr>
          <a:xfrm rot="10800000">
            <a:off x="0" y="4591027"/>
            <a:ext cx="12198096" cy="123363"/>
            <a:chOff x="-5025" y="6737718"/>
            <a:chExt cx="12207200" cy="123363"/>
          </a:xfrm>
        </p:grpSpPr>
        <p:sp>
          <p:nvSpPr>
            <p:cNvPr id="10" name="Retângulo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Retângulo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rtlCol="0">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Tree>
    <p:extLst>
      <p:ext uri="{BB962C8B-B14F-4D97-AF65-F5344CB8AC3E}">
        <p14:creationId xmlns:p14="http://schemas.microsoft.com/office/powerpoint/2010/main" val="22496444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ítulo, Foto de Conteúdo 1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rtlCol="0" anchor="t">
            <a:normAutofit/>
          </a:bodyPr>
          <a:lstStyle>
            <a:lvl1pPr>
              <a:defRPr sz="3200"/>
            </a:lvl1pPr>
          </a:lstStyle>
          <a:p>
            <a:pPr rtl="0"/>
            <a:r>
              <a:rPr lang="pt-br"/>
              <a:t>Clique para editar o estilo de título Mestre</a:t>
            </a:r>
            <a:endParaRPr lang="en-US" dirty="0"/>
          </a:p>
        </p:txBody>
      </p:sp>
      <p:sp>
        <p:nvSpPr>
          <p:cNvPr id="12" name="Espaço Reservado para Imagem 11">
            <a:extLst>
              <a:ext uri="{FF2B5EF4-FFF2-40B4-BE49-F238E27FC236}">
                <a16:creationId xmlns:a16="http://schemas.microsoft.com/office/drawing/2014/main" id="{B8FB154D-4A60-735B-FA5C-F17F96D0F7DD}"/>
              </a:ext>
            </a:extLst>
          </p:cNvPr>
          <p:cNvSpPr>
            <a:spLocks noGrp="1"/>
          </p:cNvSpPr>
          <p:nvPr>
            <p:ph type="pic" sz="quarter" idx="15"/>
          </p:nvPr>
        </p:nvSpPr>
        <p:spPr>
          <a:xfrm>
            <a:off x="0" y="0"/>
            <a:ext cx="12192000" cy="3700807"/>
          </a:xfrm>
          <a:blipFill>
            <a:blip r:embed="rId2">
              <a:alphaModFix amt="60000"/>
            </a:blip>
            <a:stretch>
              <a:fillRect/>
            </a:stretch>
          </a:blipFill>
        </p:spPr>
        <p:txBody>
          <a:bodyPr rtlCol="0"/>
          <a:lstStyle/>
          <a:p>
            <a:pPr rtl="0"/>
            <a:r>
              <a:rPr lang="pt-br"/>
              <a:t>Clique no ícone para adicionar uma imagem</a:t>
            </a:r>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rtlCol="0">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14" name="Espaço Reservado para Rodapé 13">
            <a:extLst>
              <a:ext uri="{FF2B5EF4-FFF2-40B4-BE49-F238E27FC236}">
                <a16:creationId xmlns:a16="http://schemas.microsoft.com/office/drawing/2014/main" id="{3BD91724-58CE-FA68-1E24-9CD57621C129}"/>
              </a:ext>
            </a:extLst>
          </p:cNvPr>
          <p:cNvSpPr>
            <a:spLocks noGrp="1"/>
          </p:cNvSpPr>
          <p:nvPr>
            <p:ph type="ftr" sz="quarter" idx="17"/>
          </p:nvPr>
        </p:nvSpPr>
        <p:spPr/>
        <p:txBody>
          <a:bodyPr rtlCol="0"/>
          <a:lstStyle/>
          <a:p>
            <a:pPr rtl="0"/>
            <a:r>
              <a:rPr lang="pt-br"/>
              <a:t>Modelo de Texto do Rodapé</a:t>
            </a:r>
            <a:endParaRPr lang="en-US" dirty="0"/>
          </a:p>
        </p:txBody>
      </p:sp>
      <p:sp>
        <p:nvSpPr>
          <p:cNvPr id="13" name="Espaço Reservado para Data 12">
            <a:extLst>
              <a:ext uri="{FF2B5EF4-FFF2-40B4-BE49-F238E27FC236}">
                <a16:creationId xmlns:a16="http://schemas.microsoft.com/office/drawing/2014/main" id="{9AA293A1-7F80-90D9-D8FF-27238ADD7956}"/>
              </a:ext>
            </a:extLst>
          </p:cNvPr>
          <p:cNvSpPr>
            <a:spLocks noGrp="1"/>
          </p:cNvSpPr>
          <p:nvPr>
            <p:ph type="dt" sz="half" idx="16"/>
          </p:nvPr>
        </p:nvSpPr>
        <p:spPr/>
        <p:txBody>
          <a:bodyPr rtlCol="0"/>
          <a:lstStyle/>
          <a:p>
            <a:pPr rtl="0"/>
            <a:r>
              <a:rPr lang="en-US"/>
              <a:t>20/2/2025</a:t>
            </a:r>
            <a:endParaRPr lang="en-US" dirty="0"/>
          </a:p>
        </p:txBody>
      </p:sp>
      <p:sp>
        <p:nvSpPr>
          <p:cNvPr id="15" name="Espaço Reservado para o Número do Slide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6259192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ítulo, Foto de Conteúdo 12">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12" name="Retângulo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6" name="Retângulo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rtlCol="0" anchor="ctr"/>
          <a:lstStyle/>
          <a:p>
            <a:pPr rtl="0"/>
            <a:r>
              <a:rPr lang="pt-br"/>
              <a:t>Clique para editar o estilo de título Mestre</a:t>
            </a:r>
            <a:endParaRPr lang="en-US" dirty="0"/>
          </a:p>
        </p:txBody>
      </p:sp>
      <p:sp>
        <p:nvSpPr>
          <p:cNvPr id="9" name="Espaço Reservado para Imagem 8">
            <a:extLst>
              <a:ext uri="{FF2B5EF4-FFF2-40B4-BE49-F238E27FC236}">
                <a16:creationId xmlns:a16="http://schemas.microsoft.com/office/drawing/2014/main" id="{65C3B04B-96C8-DA90-9593-3508CE34B4EE}"/>
              </a:ext>
            </a:extLst>
          </p:cNvPr>
          <p:cNvSpPr>
            <a:spLocks noGrp="1"/>
          </p:cNvSpPr>
          <p:nvPr>
            <p:ph type="pic" sz="quarter" idx="15"/>
          </p:nvPr>
        </p:nvSpPr>
        <p:spPr>
          <a:xfrm>
            <a:off x="612648" y="1801367"/>
            <a:ext cx="7015248" cy="4489704"/>
          </a:xfrm>
          <a:blipFill>
            <a:blip r:embed="rId2">
              <a:alphaModFix amt="60000"/>
            </a:blip>
            <a:stretch>
              <a:fillRect/>
            </a:stretch>
          </a:blipFill>
        </p:spPr>
        <p:txBody>
          <a:bodyPr rtlCol="0"/>
          <a:lstStyle/>
          <a:p>
            <a:pPr rtl="0"/>
            <a:r>
              <a:rPr lang="pt-br"/>
              <a:t>Clique no ícone para adicionar uma imagem</a:t>
            </a:r>
          </a:p>
        </p:txBody>
      </p:sp>
      <p:sp>
        <p:nvSpPr>
          <p:cNvPr id="8" name="Espaço Reservado para Conteúdo 7">
            <a:extLst>
              <a:ext uri="{FF2B5EF4-FFF2-40B4-BE49-F238E27FC236}">
                <a16:creationId xmlns:a16="http://schemas.microsoft.com/office/drawing/2014/main" id="{C1897688-419F-6EB2-5CC1-DC14924E5FC3}"/>
              </a:ext>
            </a:extLst>
          </p:cNvPr>
          <p:cNvSpPr>
            <a:spLocks noGrp="1"/>
          </p:cNvSpPr>
          <p:nvPr>
            <p:ph sz="quarter" idx="14"/>
          </p:nvPr>
        </p:nvSpPr>
        <p:spPr>
          <a:xfrm>
            <a:off x="8252735" y="1801367"/>
            <a:ext cx="3314425" cy="4489704"/>
          </a:xfrm>
        </p:spPr>
        <p:txBody>
          <a:bodyPr rtlCol="0" anchor="ct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Rodapé 3">
            <a:extLst>
              <a:ext uri="{FF2B5EF4-FFF2-40B4-BE49-F238E27FC236}">
                <a16:creationId xmlns:a16="http://schemas.microsoft.com/office/drawing/2014/main" id="{2E02B3BF-7794-675C-7382-345519B43BE3}"/>
              </a:ext>
            </a:extLst>
          </p:cNvPr>
          <p:cNvSpPr>
            <a:spLocks noGrp="1"/>
          </p:cNvSpPr>
          <p:nvPr>
            <p:ph type="ftr" sz="quarter" idx="17"/>
          </p:nvPr>
        </p:nvSpPr>
        <p:spPr/>
        <p:txBody>
          <a:bodyPr rtlCol="0"/>
          <a:lstStyle/>
          <a:p>
            <a:pPr rtl="0"/>
            <a:r>
              <a:rPr lang="pt-br"/>
              <a:t>Amostra de Texto de Rodapé</a:t>
            </a:r>
            <a:endParaRPr lang="en-US" dirty="0"/>
          </a:p>
        </p:txBody>
      </p:sp>
      <p:sp>
        <p:nvSpPr>
          <p:cNvPr id="3" name="Espaço Reservado para Data 2">
            <a:extLst>
              <a:ext uri="{FF2B5EF4-FFF2-40B4-BE49-F238E27FC236}">
                <a16:creationId xmlns:a16="http://schemas.microsoft.com/office/drawing/2014/main" id="{08303468-1991-7CCF-2C67-0B5A3850BAD1}"/>
              </a:ext>
            </a:extLst>
          </p:cNvPr>
          <p:cNvSpPr>
            <a:spLocks noGrp="1"/>
          </p:cNvSpPr>
          <p:nvPr>
            <p:ph type="dt" sz="half" idx="16"/>
          </p:nvPr>
        </p:nvSpPr>
        <p:spPr/>
        <p:txBody>
          <a:bodyPr rtlCol="0"/>
          <a:lstStyle/>
          <a:p>
            <a:pPr rtl="0"/>
            <a:r>
              <a:rPr lang="en-US"/>
              <a:t>20/2/2025</a:t>
            </a:r>
            <a:endParaRPr lang="en-US" dirty="0"/>
          </a:p>
        </p:txBody>
      </p:sp>
      <p:sp>
        <p:nvSpPr>
          <p:cNvPr id="10" name="Espaço Reservado para o Número do Slide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37797679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ítulo, Foto de Conteúdo 13">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9" name="Retângulo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Retângulo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rtlCol="0" anchor="t"/>
          <a:lstStyle/>
          <a:p>
            <a:pPr rtl="0"/>
            <a:r>
              <a:rPr lang="pt-br"/>
              <a:t>Clique para editar o estilo de título Mestre</a:t>
            </a:r>
            <a:endParaRPr lang="en-US" dirty="0"/>
          </a:p>
        </p:txBody>
      </p:sp>
      <p:sp>
        <p:nvSpPr>
          <p:cNvPr id="4" name="Espaço Reservado para Imagem 3">
            <a:extLst>
              <a:ext uri="{FF2B5EF4-FFF2-40B4-BE49-F238E27FC236}">
                <a16:creationId xmlns:a16="http://schemas.microsoft.com/office/drawing/2014/main" id="{15A7BF66-FFF1-E318-9AFE-331E011D59C1}"/>
              </a:ext>
            </a:extLst>
          </p:cNvPr>
          <p:cNvSpPr>
            <a:spLocks noGrp="1"/>
          </p:cNvSpPr>
          <p:nvPr>
            <p:ph type="pic" sz="quarter" idx="15"/>
          </p:nvPr>
        </p:nvSpPr>
        <p:spPr>
          <a:xfrm>
            <a:off x="612648" y="2293938"/>
            <a:ext cx="4669536" cy="4024566"/>
          </a:xfrm>
          <a:blipFill>
            <a:blip r:embed="rId2">
              <a:alphaModFix amt="60000"/>
            </a:blip>
            <a:stretch>
              <a:fillRect/>
            </a:stretch>
          </a:blipFill>
        </p:spPr>
        <p:txBody>
          <a:bodyPr rtlCol="0"/>
          <a:lstStyle/>
          <a:p>
            <a:pPr rtl="0"/>
            <a:r>
              <a:rPr lang="pt-br"/>
              <a:t>Clique no ícone para adicionar uma imagem</a:t>
            </a:r>
          </a:p>
        </p:txBody>
      </p:sp>
      <p:sp>
        <p:nvSpPr>
          <p:cNvPr id="8" name="Espaço Reservado para Conteúdo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11" name="Espaço Reservado para Rodapé 10">
            <a:extLst>
              <a:ext uri="{FF2B5EF4-FFF2-40B4-BE49-F238E27FC236}">
                <a16:creationId xmlns:a16="http://schemas.microsoft.com/office/drawing/2014/main" id="{F3134235-8D6E-735A-EBA0-BA533F60F020}"/>
              </a:ext>
            </a:extLst>
          </p:cNvPr>
          <p:cNvSpPr>
            <a:spLocks noGrp="1"/>
          </p:cNvSpPr>
          <p:nvPr>
            <p:ph type="ftr" sz="quarter" idx="17"/>
          </p:nvPr>
        </p:nvSpPr>
        <p:spPr/>
        <p:txBody>
          <a:bodyPr rtlCol="0"/>
          <a:lstStyle/>
          <a:p>
            <a:pPr rtl="0"/>
            <a:r>
              <a:rPr lang="pt-br"/>
              <a:t>Modelo de Texto do Rodapé</a:t>
            </a:r>
            <a:endParaRPr lang="en-US" dirty="0"/>
          </a:p>
        </p:txBody>
      </p:sp>
      <p:sp>
        <p:nvSpPr>
          <p:cNvPr id="10" name="Espaço Reservado para Data 9">
            <a:extLst>
              <a:ext uri="{FF2B5EF4-FFF2-40B4-BE49-F238E27FC236}">
                <a16:creationId xmlns:a16="http://schemas.microsoft.com/office/drawing/2014/main" id="{9D2F68ED-5552-E109-B7F4-671217CABF2D}"/>
              </a:ext>
            </a:extLst>
          </p:cNvPr>
          <p:cNvSpPr>
            <a:spLocks noGrp="1"/>
          </p:cNvSpPr>
          <p:nvPr>
            <p:ph type="dt" sz="half" idx="16"/>
          </p:nvPr>
        </p:nvSpPr>
        <p:spPr/>
        <p:txBody>
          <a:bodyPr rtlCol="0"/>
          <a:lstStyle/>
          <a:p>
            <a:pPr rtl="0"/>
            <a:r>
              <a:rPr lang="en-US"/>
              <a:t>20/2/2025</a:t>
            </a:r>
            <a:endParaRPr lang="en-US" dirty="0"/>
          </a:p>
        </p:txBody>
      </p:sp>
      <p:sp>
        <p:nvSpPr>
          <p:cNvPr id="12" name="Espaço Reservado para o Número do Slide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15283944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ítulo, Foto de Conteúdo 14">
    <p:spTree>
      <p:nvGrpSpPr>
        <p:cNvPr id="1" name=""/>
        <p:cNvGrpSpPr/>
        <p:nvPr/>
      </p:nvGrpSpPr>
      <p:grpSpPr>
        <a:xfrm>
          <a:off x="0" y="0"/>
          <a:ext cx="0" cy="0"/>
          <a:chOff x="0" y="0"/>
          <a:chExt cx="0" cy="0"/>
        </a:xfrm>
      </p:grpSpPr>
      <p:grpSp>
        <p:nvGrpSpPr>
          <p:cNvPr id="9" name="Grupo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0" name="Retângulo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Retângulo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rtlCol="0" anchor="t"/>
          <a:lstStyle/>
          <a:p>
            <a:pPr rtl="0"/>
            <a:r>
              <a:rPr lang="pt-br"/>
              <a:t>Clique para editar o estilo de título Mestre</a:t>
            </a:r>
            <a:endParaRPr lang="en-US" dirty="0"/>
          </a:p>
        </p:txBody>
      </p:sp>
      <p:sp>
        <p:nvSpPr>
          <p:cNvPr id="4" name="Espaço Reservado para Imagem 3">
            <a:extLst>
              <a:ext uri="{FF2B5EF4-FFF2-40B4-BE49-F238E27FC236}">
                <a16:creationId xmlns:a16="http://schemas.microsoft.com/office/drawing/2014/main" id="{15A7BF66-FFF1-E318-9AFE-331E011D59C1}"/>
              </a:ext>
            </a:extLst>
          </p:cNvPr>
          <p:cNvSpPr>
            <a:spLocks noGrp="1"/>
          </p:cNvSpPr>
          <p:nvPr>
            <p:ph type="pic" sz="quarter" idx="15"/>
          </p:nvPr>
        </p:nvSpPr>
        <p:spPr>
          <a:xfrm>
            <a:off x="612648" y="2293938"/>
            <a:ext cx="3645980" cy="4024565"/>
          </a:xfrm>
          <a:blipFill>
            <a:blip r:embed="rId2">
              <a:alphaModFix amt="60000"/>
            </a:blip>
            <a:stretch>
              <a:fillRect/>
            </a:stretch>
          </a:blipFill>
        </p:spPr>
        <p:txBody>
          <a:bodyPr rtlCol="0"/>
          <a:lstStyle/>
          <a:p>
            <a:pPr rtl="0"/>
            <a:r>
              <a:rPr lang="pt-br"/>
              <a:t>Clique no ícone para adicionar uma imagem</a:t>
            </a:r>
          </a:p>
        </p:txBody>
      </p:sp>
      <p:sp>
        <p:nvSpPr>
          <p:cNvPr id="8" name="Espaço Reservado para Conteúdo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12" name="Espaço Reservado para Rodapé 11">
            <a:extLst>
              <a:ext uri="{FF2B5EF4-FFF2-40B4-BE49-F238E27FC236}">
                <a16:creationId xmlns:a16="http://schemas.microsoft.com/office/drawing/2014/main" id="{0BFB2EA8-AADE-E8CD-890F-EA9F9968B253}"/>
              </a:ext>
            </a:extLst>
          </p:cNvPr>
          <p:cNvSpPr>
            <a:spLocks noGrp="1"/>
          </p:cNvSpPr>
          <p:nvPr>
            <p:ph type="ftr" sz="quarter" idx="17"/>
          </p:nvPr>
        </p:nvSpPr>
        <p:spPr/>
        <p:txBody>
          <a:bodyPr rtlCol="0"/>
          <a:lstStyle/>
          <a:p>
            <a:pPr rtl="0"/>
            <a:r>
              <a:rPr lang="pt-br"/>
              <a:t>Exemplo de Texto de Rodapé</a:t>
            </a:r>
            <a:endParaRPr lang="en-US" dirty="0"/>
          </a:p>
        </p:txBody>
      </p:sp>
      <p:sp>
        <p:nvSpPr>
          <p:cNvPr id="3" name="Espaço Reservado para Data 2">
            <a:extLst>
              <a:ext uri="{FF2B5EF4-FFF2-40B4-BE49-F238E27FC236}">
                <a16:creationId xmlns:a16="http://schemas.microsoft.com/office/drawing/2014/main" id="{FB8772B0-B493-B608-E389-35329DEF2016}"/>
              </a:ext>
            </a:extLst>
          </p:cNvPr>
          <p:cNvSpPr>
            <a:spLocks noGrp="1"/>
          </p:cNvSpPr>
          <p:nvPr>
            <p:ph type="dt" sz="half" idx="16"/>
          </p:nvPr>
        </p:nvSpPr>
        <p:spPr/>
        <p:txBody>
          <a:bodyPr rtlCol="0"/>
          <a:lstStyle/>
          <a:p>
            <a:pPr rtl="0"/>
            <a:r>
              <a:rPr lang="en-US"/>
              <a:t>20/2/2025</a:t>
            </a:r>
            <a:endParaRPr lang="en-US" dirty="0"/>
          </a:p>
        </p:txBody>
      </p:sp>
      <p:sp>
        <p:nvSpPr>
          <p:cNvPr id="13" name="Espaço Reservado para o Número do Slide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4714068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úmero Grande 1">
    <p:bg>
      <p:bgRef idx="1001">
        <a:schemeClr val="bg1"/>
      </p:bgRef>
    </p:bg>
    <p:spTree>
      <p:nvGrpSpPr>
        <p:cNvPr id="1" name=""/>
        <p:cNvGrpSpPr/>
        <p:nvPr/>
      </p:nvGrpSpPr>
      <p:grpSpPr>
        <a:xfrm>
          <a:off x="0" y="0"/>
          <a:ext cx="0" cy="0"/>
          <a:chOff x="0" y="0"/>
          <a:chExt cx="0" cy="0"/>
        </a:xfrm>
      </p:grpSpPr>
      <p:sp>
        <p:nvSpPr>
          <p:cNvPr id="12" name="Retângulo 11">
            <a:extLst>
              <a:ext uri="{FF2B5EF4-FFF2-40B4-BE49-F238E27FC236}">
                <a16:creationId xmlns:a16="http://schemas.microsoft.com/office/drawing/2014/main" id="{F75A7C06-2D6E-7095-8C8D-8ED3F95CE06A}"/>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13" name="Grupo 12">
            <a:extLst>
              <a:ext uri="{FF2B5EF4-FFF2-40B4-BE49-F238E27FC236}">
                <a16:creationId xmlns:a16="http://schemas.microsoft.com/office/drawing/2014/main" id="{ADE50F9B-5D48-EA9A-24F5-7337B3C771DE}"/>
              </a:ext>
            </a:extLst>
          </p:cNvPr>
          <p:cNvGrpSpPr/>
          <p:nvPr userDrawn="1"/>
        </p:nvGrpSpPr>
        <p:grpSpPr>
          <a:xfrm>
            <a:off x="-22276" y="-6922"/>
            <a:ext cx="12214276" cy="6869101"/>
            <a:chOff x="-22276" y="-6922"/>
            <a:chExt cx="12214276" cy="6869101"/>
          </a:xfrm>
        </p:grpSpPr>
        <p:sp>
          <p:nvSpPr>
            <p:cNvPr id="14" name="Retângulo 13">
              <a:extLst>
                <a:ext uri="{FF2B5EF4-FFF2-40B4-BE49-F238E27FC236}">
                  <a16:creationId xmlns:a16="http://schemas.microsoft.com/office/drawing/2014/main" id="{9C7FE29A-8CCB-52F3-F8A7-3FD20F625F9C}"/>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5" name="Retângulo 14">
              <a:extLst>
                <a:ext uri="{FF2B5EF4-FFF2-40B4-BE49-F238E27FC236}">
                  <a16:creationId xmlns:a16="http://schemas.microsoft.com/office/drawing/2014/main" id="{1DC6E483-3AE3-37FF-B5E7-2040AC685FD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6" name="Retângulo 15">
              <a:extLst>
                <a:ext uri="{FF2B5EF4-FFF2-40B4-BE49-F238E27FC236}">
                  <a16:creationId xmlns:a16="http://schemas.microsoft.com/office/drawing/2014/main" id="{921823A5-1321-85C2-A7F8-A83D39ED013F}"/>
                </a:ext>
              </a:extLst>
            </p:cNvPr>
            <p:cNvSpPr/>
            <p:nvPr/>
          </p:nvSpPr>
          <p:spPr>
            <a:xfrm flipH="1">
              <a:off x="-22276" y="-6922"/>
              <a:ext cx="3849318"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7" name="Retângulo 16">
              <a:extLst>
                <a:ext uri="{FF2B5EF4-FFF2-40B4-BE49-F238E27FC236}">
                  <a16:creationId xmlns:a16="http://schemas.microsoft.com/office/drawing/2014/main" id="{DD03B5C2-7838-0462-0E76-57838EC835D3}"/>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ítulo 1">
            <a:extLst>
              <a:ext uri="{FF2B5EF4-FFF2-40B4-BE49-F238E27FC236}">
                <a16:creationId xmlns:a16="http://schemas.microsoft.com/office/drawing/2014/main" id="{0B5B8561-D435-07DE-2456-79994CDFB83C}"/>
              </a:ext>
            </a:extLst>
          </p:cNvPr>
          <p:cNvSpPr>
            <a:spLocks noGrp="1"/>
          </p:cNvSpPr>
          <p:nvPr>
            <p:ph type="title" hasCustomPrompt="1"/>
          </p:nvPr>
        </p:nvSpPr>
        <p:spPr>
          <a:xfrm>
            <a:off x="527304" y="977770"/>
            <a:ext cx="11137392" cy="4114800"/>
          </a:xfrm>
        </p:spPr>
        <p:txBody>
          <a:bodyPr rtlCol="0">
            <a:normAutofit/>
          </a:bodyPr>
          <a:lstStyle>
            <a:lvl1pPr algn="ctr">
              <a:defRPr sz="27800" b="1">
                <a:solidFill>
                  <a:schemeClr val="bg1"/>
                </a:solidFill>
              </a:defRPr>
            </a:lvl1pPr>
          </a:lstStyle>
          <a:p>
            <a:pPr rtl="0"/>
            <a:r>
              <a:rPr lang="pt-br"/>
              <a:t>##%</a:t>
            </a:r>
          </a:p>
        </p:txBody>
      </p:sp>
      <p:sp>
        <p:nvSpPr>
          <p:cNvPr id="7" name="Espaço Reservado para Conteúdo 6">
            <a:extLst>
              <a:ext uri="{FF2B5EF4-FFF2-40B4-BE49-F238E27FC236}">
                <a16:creationId xmlns:a16="http://schemas.microsoft.com/office/drawing/2014/main" id="{A42AC33E-6837-F850-DF64-4475DAA059EE}"/>
              </a:ext>
            </a:extLst>
          </p:cNvPr>
          <p:cNvSpPr>
            <a:spLocks noGrp="1"/>
          </p:cNvSpPr>
          <p:nvPr>
            <p:ph sz="quarter" idx="13"/>
          </p:nvPr>
        </p:nvSpPr>
        <p:spPr>
          <a:xfrm>
            <a:off x="1139562" y="4924130"/>
            <a:ext cx="9912876" cy="1545336"/>
          </a:xfrm>
        </p:spPr>
        <p:txBody>
          <a:bodyPr rtlCol="0">
            <a:normAutofit/>
          </a:bodyPr>
          <a:lstStyle>
            <a:lvl1pPr marL="0" indent="0" algn="ctr">
              <a:buNone/>
              <a:defRPr sz="2800">
                <a:solidFill>
                  <a:schemeClr val="bg1"/>
                </a:solidFill>
              </a:defRPr>
            </a:lvl1pPr>
            <a:lvl2pPr marL="228600" indent="0" algn="ctr">
              <a:buNone/>
              <a:defRPr sz="2400">
                <a:solidFill>
                  <a:schemeClr val="bg1"/>
                </a:solidFill>
              </a:defRPr>
            </a:lvl2pPr>
            <a:lvl3pPr marL="457200" indent="0" algn="ctr">
              <a:buNone/>
              <a:defRPr sz="2000">
                <a:solidFill>
                  <a:schemeClr val="bg1"/>
                </a:solidFill>
              </a:defRPr>
            </a:lvl3pPr>
            <a:lvl4pPr marL="685800" indent="0" algn="ctr">
              <a:buNone/>
              <a:defRPr sz="1800">
                <a:solidFill>
                  <a:schemeClr val="bg1"/>
                </a:solidFill>
              </a:defRPr>
            </a:lvl4pPr>
            <a:lvl5pPr marL="914400" indent="0" algn="ctr">
              <a:buNone/>
              <a:defRPr sz="1600">
                <a:solidFill>
                  <a:schemeClr val="bg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8" name="Espaço Reservado para Rodapé 7">
            <a:extLst>
              <a:ext uri="{FF2B5EF4-FFF2-40B4-BE49-F238E27FC236}">
                <a16:creationId xmlns:a16="http://schemas.microsoft.com/office/drawing/2014/main" id="{FB3A6B13-B641-2F2B-F9C1-400A4BFC84E9}"/>
              </a:ext>
            </a:extLst>
          </p:cNvPr>
          <p:cNvSpPr>
            <a:spLocks noGrp="1"/>
          </p:cNvSpPr>
          <p:nvPr>
            <p:ph type="ftr" sz="quarter" idx="15"/>
          </p:nvPr>
        </p:nvSpPr>
        <p:spPr/>
        <p:txBody>
          <a:bodyPr rtlCol="0"/>
          <a:lstStyle>
            <a:lvl1pPr>
              <a:defRPr>
                <a:solidFill>
                  <a:schemeClr val="bg1"/>
                </a:solidFill>
              </a:defRPr>
            </a:lvl1pPr>
          </a:lstStyle>
          <a:p>
            <a:pPr rtl="0"/>
            <a:r>
              <a:rPr lang="pt-br"/>
              <a:t>Exemplo de Texto de Rodapé</a:t>
            </a:r>
            <a:endParaRPr lang="en-US" dirty="0"/>
          </a:p>
        </p:txBody>
      </p:sp>
      <p:sp>
        <p:nvSpPr>
          <p:cNvPr id="6" name="Espaço Reservado para Data 5">
            <a:extLst>
              <a:ext uri="{FF2B5EF4-FFF2-40B4-BE49-F238E27FC236}">
                <a16:creationId xmlns:a16="http://schemas.microsoft.com/office/drawing/2014/main" id="{634716D1-3506-ECF7-D8AF-2844E09CF610}"/>
              </a:ext>
            </a:extLst>
          </p:cNvPr>
          <p:cNvSpPr>
            <a:spLocks noGrp="1"/>
          </p:cNvSpPr>
          <p:nvPr>
            <p:ph type="dt" sz="half" idx="14"/>
          </p:nvPr>
        </p:nvSpPr>
        <p:spPr/>
        <p:txBody>
          <a:bodyPr rtlCol="0"/>
          <a:lstStyle>
            <a:lvl1pPr>
              <a:defRPr>
                <a:solidFill>
                  <a:schemeClr val="bg1"/>
                </a:solidFill>
              </a:defRPr>
            </a:lvl1pPr>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AC0FA4FD-05D7-E445-800B-43A7FE44B386}"/>
              </a:ext>
            </a:extLst>
          </p:cNvPr>
          <p:cNvSpPr>
            <a:spLocks noGrp="1"/>
          </p:cNvSpPr>
          <p:nvPr>
            <p:ph type="sldNum" sz="quarter" idx="16"/>
          </p:nvPr>
        </p:nvSpPr>
        <p:spPr/>
        <p:txBody>
          <a:bodyPr rtlCol="0"/>
          <a:lstStyle>
            <a:lvl1pPr>
              <a:defRPr>
                <a:solidFill>
                  <a:schemeClr val="bg1"/>
                </a:solidFill>
              </a:defRPr>
            </a:lvl1pPr>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898083565"/>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úmero Grande 2">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5B8561-D435-07DE-2456-79994CDFB83C}"/>
              </a:ext>
            </a:extLst>
          </p:cNvPr>
          <p:cNvSpPr>
            <a:spLocks noGrp="1"/>
          </p:cNvSpPr>
          <p:nvPr>
            <p:ph type="title" hasCustomPrompt="1"/>
          </p:nvPr>
        </p:nvSpPr>
        <p:spPr>
          <a:xfrm>
            <a:off x="518052" y="786384"/>
            <a:ext cx="11155680" cy="4334256"/>
          </a:xfrm>
        </p:spPr>
        <p:txBody>
          <a:bodyPr rtlCol="0">
            <a:normAutofit/>
          </a:bodyPr>
          <a:lstStyle>
            <a:lvl1pPr algn="l">
              <a:defRPr sz="27800" b="1">
                <a:gradFill>
                  <a:gsLst>
                    <a:gs pos="0">
                      <a:schemeClr val="accent2"/>
                    </a:gs>
                    <a:gs pos="100000">
                      <a:schemeClr val="accent5"/>
                    </a:gs>
                  </a:gsLst>
                  <a:lin ang="4200000" scaled="0"/>
                </a:gradFill>
              </a:defRPr>
            </a:lvl1pPr>
          </a:lstStyle>
          <a:p>
            <a:pPr rtl="0"/>
            <a:r>
              <a:rPr lang="pt-br"/>
              <a:t>##%</a:t>
            </a:r>
          </a:p>
        </p:txBody>
      </p:sp>
      <p:sp>
        <p:nvSpPr>
          <p:cNvPr id="7" name="Espaço Reservado para Conteúdo 6">
            <a:extLst>
              <a:ext uri="{FF2B5EF4-FFF2-40B4-BE49-F238E27FC236}">
                <a16:creationId xmlns:a16="http://schemas.microsoft.com/office/drawing/2014/main" id="{A42AC33E-6837-F850-DF64-4475DAA059EE}"/>
              </a:ext>
            </a:extLst>
          </p:cNvPr>
          <p:cNvSpPr>
            <a:spLocks noGrp="1"/>
          </p:cNvSpPr>
          <p:nvPr>
            <p:ph sz="quarter" idx="13"/>
          </p:nvPr>
        </p:nvSpPr>
        <p:spPr>
          <a:xfrm>
            <a:off x="612648" y="4718304"/>
            <a:ext cx="6281928" cy="1353312"/>
          </a:xfrm>
        </p:spPr>
        <p:txBody>
          <a:bodyPr rtlCol="0">
            <a:normAutofit/>
          </a:bodyPr>
          <a:lstStyle>
            <a:lvl1pPr marL="0" indent="0" algn="l">
              <a:buNone/>
              <a:defRPr sz="2800">
                <a:solidFill>
                  <a:schemeClr val="tx1"/>
                </a:solidFill>
              </a:defRPr>
            </a:lvl1pPr>
            <a:lvl2pPr marL="228600" indent="0" algn="l">
              <a:buNone/>
              <a:defRPr sz="2400">
                <a:solidFill>
                  <a:schemeClr val="tx1"/>
                </a:solidFill>
              </a:defRPr>
            </a:lvl2pPr>
            <a:lvl3pPr marL="457200" indent="0" algn="l">
              <a:buNone/>
              <a:defRPr sz="2000">
                <a:solidFill>
                  <a:schemeClr val="tx1"/>
                </a:solidFill>
              </a:defRPr>
            </a:lvl3pPr>
            <a:lvl4pPr marL="685800" indent="0" algn="l">
              <a:buNone/>
              <a:defRPr sz="1800">
                <a:solidFill>
                  <a:schemeClr val="tx1"/>
                </a:solidFill>
              </a:defRPr>
            </a:lvl4pPr>
            <a:lvl5pPr marL="914400" indent="0" algn="l">
              <a:buNone/>
              <a:defRPr sz="1600">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Rodapé 3">
            <a:extLst>
              <a:ext uri="{FF2B5EF4-FFF2-40B4-BE49-F238E27FC236}">
                <a16:creationId xmlns:a16="http://schemas.microsoft.com/office/drawing/2014/main" id="{B1AFA283-8B69-8448-DC7D-6DE3F0476B0C}"/>
              </a:ext>
            </a:extLst>
          </p:cNvPr>
          <p:cNvSpPr>
            <a:spLocks noGrp="1"/>
          </p:cNvSpPr>
          <p:nvPr>
            <p:ph type="ftr" sz="quarter" idx="15"/>
          </p:nvPr>
        </p:nvSpPr>
        <p:spPr/>
        <p:txBody>
          <a:bodyPr rtlCol="0"/>
          <a:lstStyle/>
          <a:p>
            <a:pPr rtl="0"/>
            <a:r>
              <a:rPr lang="pt-br"/>
              <a:t>Amostra de Texto de Rodapé</a:t>
            </a:r>
            <a:endParaRPr lang="en-US" dirty="0"/>
          </a:p>
        </p:txBody>
      </p:sp>
      <p:sp>
        <p:nvSpPr>
          <p:cNvPr id="3" name="Espaço Reservado para Data 2">
            <a:extLst>
              <a:ext uri="{FF2B5EF4-FFF2-40B4-BE49-F238E27FC236}">
                <a16:creationId xmlns:a16="http://schemas.microsoft.com/office/drawing/2014/main" id="{44603007-CB96-38C0-FA78-CDF806B84042}"/>
              </a:ext>
            </a:extLst>
          </p:cNvPr>
          <p:cNvSpPr>
            <a:spLocks noGrp="1"/>
          </p:cNvSpPr>
          <p:nvPr>
            <p:ph type="dt" sz="half" idx="14"/>
          </p:nvPr>
        </p:nvSpPr>
        <p:spPr/>
        <p:txBody>
          <a:bodyPr rtlCol="0"/>
          <a:lstStyle/>
          <a:p>
            <a:pPr rtl="0"/>
            <a:r>
              <a:rPr lang="en-US"/>
              <a:t>20/2/2025</a:t>
            </a:r>
            <a:endParaRPr lang="en-US" dirty="0"/>
          </a:p>
        </p:txBody>
      </p:sp>
      <p:sp>
        <p:nvSpPr>
          <p:cNvPr id="5" name="Espaço Reservado para o Número do Slide 4">
            <a:extLst>
              <a:ext uri="{FF2B5EF4-FFF2-40B4-BE49-F238E27FC236}">
                <a16:creationId xmlns:a16="http://schemas.microsoft.com/office/drawing/2014/main" id="{86BAC523-8535-BC3B-EFC6-1044D3F7EBBA}"/>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550438903"/>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úmero Grande 3">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5B8561-D435-07DE-2456-79994CDFB83C}"/>
              </a:ext>
            </a:extLst>
          </p:cNvPr>
          <p:cNvSpPr>
            <a:spLocks noGrp="1"/>
          </p:cNvSpPr>
          <p:nvPr>
            <p:ph type="title" hasCustomPrompt="1"/>
          </p:nvPr>
        </p:nvSpPr>
        <p:spPr>
          <a:xfrm>
            <a:off x="454260" y="182880"/>
            <a:ext cx="11247120" cy="4977455"/>
          </a:xfrm>
        </p:spPr>
        <p:txBody>
          <a:bodyPr rtlCol="0" anchor="t">
            <a:noAutofit/>
          </a:bodyPr>
          <a:lstStyle>
            <a:lvl1pPr algn="l">
              <a:defRPr sz="32500" b="1">
                <a:gradFill>
                  <a:gsLst>
                    <a:gs pos="0">
                      <a:schemeClr val="accent2"/>
                    </a:gs>
                    <a:gs pos="100000">
                      <a:schemeClr val="accent5"/>
                    </a:gs>
                  </a:gsLst>
                  <a:lin ang="4200000" scaled="0"/>
                </a:gradFill>
              </a:defRPr>
            </a:lvl1pPr>
          </a:lstStyle>
          <a:p>
            <a:pPr rtl="0"/>
            <a:r>
              <a:rPr lang="pt-br"/>
              <a:t>##%</a:t>
            </a:r>
          </a:p>
        </p:txBody>
      </p:sp>
      <p:sp>
        <p:nvSpPr>
          <p:cNvPr id="7" name="Espaço Reservado para Conteúdo 6">
            <a:extLst>
              <a:ext uri="{FF2B5EF4-FFF2-40B4-BE49-F238E27FC236}">
                <a16:creationId xmlns:a16="http://schemas.microsoft.com/office/drawing/2014/main" id="{A42AC33E-6837-F850-DF64-4475DAA059EE}"/>
              </a:ext>
            </a:extLst>
          </p:cNvPr>
          <p:cNvSpPr>
            <a:spLocks noGrp="1"/>
          </p:cNvSpPr>
          <p:nvPr>
            <p:ph sz="quarter" idx="13"/>
          </p:nvPr>
        </p:nvSpPr>
        <p:spPr>
          <a:xfrm>
            <a:off x="612648" y="4983480"/>
            <a:ext cx="6281928" cy="1353312"/>
          </a:xfrm>
        </p:spPr>
        <p:txBody>
          <a:bodyPr rtlCol="0" anchor="b">
            <a:normAutofit/>
          </a:bodyPr>
          <a:lstStyle>
            <a:lvl1pPr marL="0" indent="0" algn="l">
              <a:buNone/>
              <a:defRPr sz="2800">
                <a:solidFill>
                  <a:schemeClr val="tx1"/>
                </a:solidFill>
              </a:defRPr>
            </a:lvl1pPr>
            <a:lvl2pPr marL="228600" indent="0" algn="l">
              <a:buNone/>
              <a:defRPr sz="2400">
                <a:solidFill>
                  <a:schemeClr val="tx1"/>
                </a:solidFill>
              </a:defRPr>
            </a:lvl2pPr>
            <a:lvl3pPr marL="457200" indent="0" algn="l">
              <a:buNone/>
              <a:defRPr sz="2000">
                <a:solidFill>
                  <a:schemeClr val="tx1"/>
                </a:solidFill>
              </a:defRPr>
            </a:lvl3pPr>
            <a:lvl4pPr marL="685800" indent="0" algn="l">
              <a:buNone/>
              <a:defRPr sz="1800">
                <a:solidFill>
                  <a:schemeClr val="tx1"/>
                </a:solidFill>
              </a:defRPr>
            </a:lvl4pPr>
            <a:lvl5pPr marL="914400" indent="0" algn="l">
              <a:buNone/>
              <a:defRPr sz="1600">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Rodapé 3">
            <a:extLst>
              <a:ext uri="{FF2B5EF4-FFF2-40B4-BE49-F238E27FC236}">
                <a16:creationId xmlns:a16="http://schemas.microsoft.com/office/drawing/2014/main" id="{0AE20381-0150-ABDF-3C66-3E77DA79EEC4}"/>
              </a:ext>
            </a:extLst>
          </p:cNvPr>
          <p:cNvSpPr>
            <a:spLocks noGrp="1"/>
          </p:cNvSpPr>
          <p:nvPr>
            <p:ph type="ftr" sz="quarter" idx="15"/>
          </p:nvPr>
        </p:nvSpPr>
        <p:spPr/>
        <p:txBody>
          <a:bodyPr rtlCol="0"/>
          <a:lstStyle/>
          <a:p>
            <a:pPr rtl="0"/>
            <a:r>
              <a:rPr lang="pt-br"/>
              <a:t>Amostra de Texto de Rodapé</a:t>
            </a:r>
            <a:endParaRPr lang="en-US" dirty="0"/>
          </a:p>
        </p:txBody>
      </p:sp>
      <p:sp>
        <p:nvSpPr>
          <p:cNvPr id="3" name="Espaço Reservado para Data 2">
            <a:extLst>
              <a:ext uri="{FF2B5EF4-FFF2-40B4-BE49-F238E27FC236}">
                <a16:creationId xmlns:a16="http://schemas.microsoft.com/office/drawing/2014/main" id="{86ADE8C0-7863-A0F4-9EFB-60B2F8DD221E}"/>
              </a:ext>
            </a:extLst>
          </p:cNvPr>
          <p:cNvSpPr>
            <a:spLocks noGrp="1"/>
          </p:cNvSpPr>
          <p:nvPr>
            <p:ph type="dt" sz="half" idx="14"/>
          </p:nvPr>
        </p:nvSpPr>
        <p:spPr/>
        <p:txBody>
          <a:bodyPr rtlCol="0"/>
          <a:lstStyle/>
          <a:p>
            <a:pPr rtl="0"/>
            <a:r>
              <a:rPr lang="en-US"/>
              <a:t>20/2/2025</a:t>
            </a:r>
            <a:endParaRPr lang="en-US" dirty="0"/>
          </a:p>
        </p:txBody>
      </p:sp>
      <p:sp>
        <p:nvSpPr>
          <p:cNvPr id="5" name="Espaço Reservado para o Número do Slide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534601059"/>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emonstrativo 3">
    <p:bg>
      <p:bgRef idx="1001">
        <a:schemeClr val="bg1"/>
      </p:bgRef>
    </p:bg>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userDrawn="1"/>
        </p:nvGrpSpPr>
        <p:grpSpPr>
          <a:xfrm>
            <a:off x="0" y="0"/>
            <a:ext cx="123362" cy="6858000"/>
            <a:chOff x="12068638" y="0"/>
            <a:chExt cx="123362" cy="6858000"/>
          </a:xfrm>
        </p:grpSpPr>
        <p:sp>
          <p:nvSpPr>
            <p:cNvPr id="4" name="Retângulo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Retângulo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22" name="Grupo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userDrawn="1"/>
        </p:nvGrpSpPr>
        <p:grpSpPr>
          <a:xfrm rot="10800000">
            <a:off x="12357" y="6746828"/>
            <a:ext cx="12188952" cy="123363"/>
            <a:chOff x="-5025" y="6737718"/>
            <a:chExt cx="12207200" cy="123363"/>
          </a:xfrm>
        </p:grpSpPr>
        <p:sp>
          <p:nvSpPr>
            <p:cNvPr id="23" name="Retângulo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4" name="Retângulo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rtlCol="0"/>
          <a:lstStyle/>
          <a:p>
            <a:pPr rtl="0"/>
            <a:r>
              <a:rPr lang="pt-br"/>
              <a:t>Clique para editar o estilo de título Mestre</a:t>
            </a:r>
          </a:p>
        </p:txBody>
      </p:sp>
      <p:sp>
        <p:nvSpPr>
          <p:cNvPr id="7" name="Espaço Reservado para Conteú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rtlCol="0" anchor="ctr">
            <a:no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rtl="0"/>
            <a:r>
              <a:rPr lang="pt-br"/>
              <a:t>Clique para editar a Instrução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4" name="Espaço Reservado para Rodapé 13">
            <a:extLst>
              <a:ext uri="{FF2B5EF4-FFF2-40B4-BE49-F238E27FC236}">
                <a16:creationId xmlns:a16="http://schemas.microsoft.com/office/drawing/2014/main" id="{132871A2-A450-61EB-7368-98B251F15495}"/>
              </a:ext>
            </a:extLst>
          </p:cNvPr>
          <p:cNvSpPr>
            <a:spLocks noGrp="1"/>
          </p:cNvSpPr>
          <p:nvPr>
            <p:ph type="ftr" sz="quarter" idx="15"/>
          </p:nvPr>
        </p:nvSpPr>
        <p:spPr/>
        <p:txBody>
          <a:bodyPr rtlCol="0"/>
          <a:lstStyle/>
          <a:p>
            <a:pPr rtl="0"/>
            <a:r>
              <a:rPr lang="pt-br"/>
              <a:t>Modelo de Texto do Rodapé</a:t>
            </a:r>
          </a:p>
        </p:txBody>
      </p:sp>
      <p:sp>
        <p:nvSpPr>
          <p:cNvPr id="13" name="Espaço Reservado para Data 12">
            <a:extLst>
              <a:ext uri="{FF2B5EF4-FFF2-40B4-BE49-F238E27FC236}">
                <a16:creationId xmlns:a16="http://schemas.microsoft.com/office/drawing/2014/main" id="{7CA33720-A04E-18B6-251B-16C80085F295}"/>
              </a:ext>
            </a:extLst>
          </p:cNvPr>
          <p:cNvSpPr>
            <a:spLocks noGrp="1"/>
          </p:cNvSpPr>
          <p:nvPr>
            <p:ph type="dt" sz="half" idx="14"/>
          </p:nvPr>
        </p:nvSpPr>
        <p:spPr/>
        <p:txBody>
          <a:bodyPr rtlCol="0"/>
          <a:lstStyle/>
          <a:p>
            <a:pPr rtl="0"/>
            <a:r>
              <a:rPr lang="en-US"/>
              <a:t>20/2/2025</a:t>
            </a:r>
            <a:endParaRPr lang="en-US" dirty="0"/>
          </a:p>
        </p:txBody>
      </p:sp>
      <p:sp>
        <p:nvSpPr>
          <p:cNvPr id="15" name="Espaço Reservado para o Número do Slide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111801298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itação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792896"/>
            <a:ext cx="9198864" cy="2875175"/>
          </a:xfrm>
        </p:spPr>
        <p:txBody>
          <a:bodyPr rtlCol="0" anchor="ctr">
            <a:normAutofit/>
          </a:bodyPr>
          <a:lstStyle>
            <a:lvl1pPr marL="137160" indent="-137160">
              <a:defRPr sz="4400"/>
            </a:lvl1pPr>
          </a:lstStyle>
          <a:p>
            <a:pPr rtl="0"/>
            <a:r>
              <a:rPr lang="pt-br"/>
              <a:t>Clique para editar a Citação</a:t>
            </a:r>
          </a:p>
        </p:txBody>
      </p:sp>
      <p:sp>
        <p:nvSpPr>
          <p:cNvPr id="7" name="Espaço Reservado para Conteú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627632" y="5172385"/>
            <a:ext cx="9070848" cy="559982"/>
          </a:xfrm>
        </p:spPr>
        <p:txBody>
          <a:bodyPr rtlCol="0">
            <a:noAutofit/>
          </a:bodyPr>
          <a:lstStyle>
            <a:lvl1pPr marL="0" indent="0">
              <a:buNone/>
              <a:defRPr sz="2400" b="1">
                <a:gradFill>
                  <a:gsLst>
                    <a:gs pos="0">
                      <a:schemeClr val="accent5"/>
                    </a:gs>
                    <a:gs pos="90000">
                      <a:schemeClr val="accent2"/>
                    </a:gs>
                  </a:gsLst>
                  <a:lin ang="9600000" scaled="0"/>
                </a:gradFill>
              </a:defRPr>
            </a:lvl1pPr>
            <a:lvl2pPr marL="228600" indent="0">
              <a:buNone/>
              <a:defRPr sz="2400" b="1">
                <a:gradFill>
                  <a:gsLst>
                    <a:gs pos="0">
                      <a:schemeClr val="accent5"/>
                    </a:gs>
                    <a:gs pos="90000">
                      <a:schemeClr val="accent2"/>
                    </a:gs>
                  </a:gsLst>
                  <a:lin ang="9600000" scaled="0"/>
                </a:gradFill>
              </a:defRPr>
            </a:lvl2pPr>
            <a:lvl3pPr marL="457200" indent="0">
              <a:buNone/>
              <a:defRPr sz="2000" b="1">
                <a:gradFill>
                  <a:gsLst>
                    <a:gs pos="0">
                      <a:schemeClr val="accent5"/>
                    </a:gs>
                    <a:gs pos="90000">
                      <a:schemeClr val="accent2"/>
                    </a:gs>
                  </a:gsLst>
                  <a:lin ang="9600000" scaled="0"/>
                </a:gradFill>
              </a:defRPr>
            </a:lvl3pPr>
            <a:lvl4pPr marL="685800" indent="0">
              <a:buNone/>
              <a:defRPr sz="1800" b="1">
                <a:gradFill>
                  <a:gsLst>
                    <a:gs pos="0">
                      <a:schemeClr val="accent5"/>
                    </a:gs>
                    <a:gs pos="90000">
                      <a:schemeClr val="accent2"/>
                    </a:gs>
                  </a:gsLst>
                  <a:lin ang="9600000" scaled="0"/>
                </a:gradFill>
              </a:defRPr>
            </a:lvl4pPr>
            <a:lvl5pPr marL="914400" indent="0">
              <a:buNone/>
              <a:defRPr sz="1600" b="1">
                <a:gradFill>
                  <a:gsLst>
                    <a:gs pos="0">
                      <a:schemeClr val="accent5"/>
                    </a:gs>
                    <a:gs pos="90000">
                      <a:schemeClr val="accent2"/>
                    </a:gs>
                  </a:gsLst>
                  <a:lin ang="9600000" scaled="0"/>
                </a:gradFill>
              </a:defRPr>
            </a:lvl5pPr>
          </a:lstStyle>
          <a:p>
            <a:pPr lvl="0" rtl="0"/>
            <a:r>
              <a:rPr lang="pt-br"/>
              <a:t>Autor da Citação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Rodapé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lstStyle/>
          <a:p>
            <a:pPr rtl="0"/>
            <a:r>
              <a:rPr lang="pt-br"/>
              <a:t>Amostra de Texto de Rodapé</a:t>
            </a:r>
          </a:p>
        </p:txBody>
      </p:sp>
      <p:sp>
        <p:nvSpPr>
          <p:cNvPr id="3" name="Espaço Reservado para Data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p>
            <a:pPr rtl="0"/>
            <a:r>
              <a:rPr lang="en-US"/>
              <a:t>20/2/2025</a:t>
            </a:r>
            <a:endParaRPr lang="en-US" dirty="0"/>
          </a:p>
        </p:txBody>
      </p:sp>
      <p:sp>
        <p:nvSpPr>
          <p:cNvPr id="5" name="Espaço Reservado para o Número do Slide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p>
            <a:pPr rtl="0"/>
            <a:fld id="{CC057153-B650-4DEB-B370-79DDCFDCE934}" type="slidenum">
              <a:rPr lang="en-US" smtClean="0"/>
              <a:pPr/>
              <a:t>‹#›</a:t>
            </a:fld>
            <a:endParaRPr lang="en-US"/>
          </a:p>
        </p:txBody>
      </p:sp>
    </p:spTree>
    <p:extLst>
      <p:ext uri="{BB962C8B-B14F-4D97-AF65-F5344CB8AC3E}">
        <p14:creationId xmlns:p14="http://schemas.microsoft.com/office/powerpoint/2010/main" val="25749805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itação 2">
    <p:bg>
      <p:bgRef idx="1001">
        <a:schemeClr val="bg1"/>
      </p:bgRef>
    </p:bg>
    <p:spTree>
      <p:nvGrpSpPr>
        <p:cNvPr id="1" name=""/>
        <p:cNvGrpSpPr/>
        <p:nvPr/>
      </p:nvGrpSpPr>
      <p:grpSpPr>
        <a:xfrm>
          <a:off x="0" y="0"/>
          <a:ext cx="0" cy="0"/>
          <a:chOff x="0" y="0"/>
          <a:chExt cx="0" cy="0"/>
        </a:xfrm>
      </p:grpSpPr>
      <p:sp>
        <p:nvSpPr>
          <p:cNvPr id="13" name="Retângulo 12">
            <a:extLst>
              <a:ext uri="{FF2B5EF4-FFF2-40B4-BE49-F238E27FC236}">
                <a16:creationId xmlns:a16="http://schemas.microsoft.com/office/drawing/2014/main" id="{5008CFE4-4AC8-17F9-C6E2-22D96CF81069}"/>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8" name="Grupo 7">
            <a:extLst>
              <a:ext uri="{FF2B5EF4-FFF2-40B4-BE49-F238E27FC236}">
                <a16:creationId xmlns:a16="http://schemas.microsoft.com/office/drawing/2014/main" id="{BF771DE8-E061-3895-510A-61CBC2443569}"/>
              </a:ext>
            </a:extLst>
          </p:cNvPr>
          <p:cNvGrpSpPr/>
          <p:nvPr userDrawn="1"/>
        </p:nvGrpSpPr>
        <p:grpSpPr>
          <a:xfrm>
            <a:off x="807326" y="778051"/>
            <a:ext cx="10577346" cy="5314435"/>
            <a:chOff x="807326" y="778051"/>
            <a:chExt cx="10577346" cy="5314435"/>
          </a:xfrm>
        </p:grpSpPr>
        <p:sp>
          <p:nvSpPr>
            <p:cNvPr id="9" name="Retângulo 8">
              <a:extLst>
                <a:ext uri="{FF2B5EF4-FFF2-40B4-BE49-F238E27FC236}">
                  <a16:creationId xmlns:a16="http://schemas.microsoft.com/office/drawing/2014/main" id="{CD2E260E-763F-A06B-2808-39975829F205}"/>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tângulo 9">
              <a:extLst>
                <a:ext uri="{FF2B5EF4-FFF2-40B4-BE49-F238E27FC236}">
                  <a16:creationId xmlns:a16="http://schemas.microsoft.com/office/drawing/2014/main" id="{8E82642F-D94D-7313-EB9D-48E3CBEDD19C}"/>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tângulo 10">
              <a:extLst>
                <a:ext uri="{FF2B5EF4-FFF2-40B4-BE49-F238E27FC236}">
                  <a16:creationId xmlns:a16="http://schemas.microsoft.com/office/drawing/2014/main" id="{7AF07BFD-B9D2-EC0A-E652-91B14A953CD7}"/>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tângulo 11">
              <a:extLst>
                <a:ext uri="{FF2B5EF4-FFF2-40B4-BE49-F238E27FC236}">
                  <a16:creationId xmlns:a16="http://schemas.microsoft.com/office/drawing/2014/main" id="{1A4CA2AB-CF12-B4C5-473B-8012BA7C6F73}"/>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1655064" y="2092751"/>
            <a:ext cx="8695944" cy="2128102"/>
          </a:xfrm>
        </p:spPr>
        <p:txBody>
          <a:bodyPr rtlCol="0" anchor="ctr">
            <a:normAutofit/>
          </a:bodyPr>
          <a:lstStyle>
            <a:lvl1pPr marL="137160" indent="-137160">
              <a:lnSpc>
                <a:spcPct val="100000"/>
              </a:lnSpc>
              <a:defRPr sz="3800">
                <a:solidFill>
                  <a:schemeClr val="bg1"/>
                </a:solidFill>
              </a:defRPr>
            </a:lvl1pPr>
          </a:lstStyle>
          <a:p>
            <a:pPr rtl="0"/>
            <a:r>
              <a:rPr lang="pt-br"/>
              <a:t>Clique para editar a Citação</a:t>
            </a:r>
          </a:p>
        </p:txBody>
      </p:sp>
      <p:sp>
        <p:nvSpPr>
          <p:cNvPr id="7" name="Espaço Reservado para Conteú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798320" y="5120640"/>
            <a:ext cx="8552688" cy="621792"/>
          </a:xfrm>
        </p:spPr>
        <p:txBody>
          <a:bodyPr vert="horz" lIns="91440" tIns="45720" rIns="91440" bIns="45720" rtlCol="0" anchor="ctr">
            <a:normAutofit/>
          </a:bodyPr>
          <a:lstStyle>
            <a:lvl1pPr marL="0" indent="0">
              <a:buNone/>
              <a:defRPr lang="en-US" b="1" dirty="0">
                <a:solidFill>
                  <a:schemeClr val="bg1"/>
                </a:solidFill>
              </a:defRPr>
            </a:lvl1pPr>
            <a:lvl2pPr marL="228600" indent="0">
              <a:buNone/>
              <a:defRPr lang="en-US" b="1" dirty="0">
                <a:solidFill>
                  <a:schemeClr val="bg1"/>
                </a:solidFill>
              </a:defRPr>
            </a:lvl2pPr>
            <a:lvl3pPr marL="457200" indent="0">
              <a:buNone/>
              <a:defRPr lang="en-US" b="1" dirty="0">
                <a:solidFill>
                  <a:schemeClr val="bg1"/>
                </a:solidFill>
              </a:defRPr>
            </a:lvl3pPr>
            <a:lvl4pPr marL="685800" indent="0">
              <a:buNone/>
              <a:defRPr lang="en-US" b="1" dirty="0">
                <a:solidFill>
                  <a:schemeClr val="bg1"/>
                </a:solidFill>
              </a:defRPr>
            </a:lvl4pPr>
            <a:lvl5pPr marL="914400" indent="0">
              <a:buNone/>
              <a:defRPr lang="en-US" b="1" dirty="0">
                <a:solidFill>
                  <a:schemeClr val="bg1"/>
                </a:solidFill>
              </a:defRPr>
            </a:lvl5pPr>
          </a:lstStyle>
          <a:p>
            <a:pPr lvl="0" rtl="0"/>
            <a:r>
              <a:rPr lang="pt-br"/>
              <a:t>Autor da Citação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Rodapé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lstStyle>
            <a:lvl1pPr>
              <a:defRPr>
                <a:solidFill>
                  <a:schemeClr val="tx1"/>
                </a:solidFill>
              </a:defRPr>
            </a:lvl1pPr>
          </a:lstStyle>
          <a:p>
            <a:pPr rtl="0"/>
            <a:r>
              <a:rPr lang="pt-br"/>
              <a:t>Amostra de Texto de Rodapé</a:t>
            </a:r>
            <a:endParaRPr lang="en-US" dirty="0"/>
          </a:p>
        </p:txBody>
      </p:sp>
      <p:sp>
        <p:nvSpPr>
          <p:cNvPr id="3" name="Espaço Reservado para Data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lvl1pPr>
              <a:defRPr>
                <a:solidFill>
                  <a:schemeClr val="tx1"/>
                </a:solidFill>
              </a:defRPr>
            </a:lvl1pPr>
          </a:lstStyle>
          <a:p>
            <a:pPr rtl="0"/>
            <a:r>
              <a:rPr lang="en-US"/>
              <a:t>20/2/2025</a:t>
            </a:r>
          </a:p>
        </p:txBody>
      </p:sp>
      <p:sp>
        <p:nvSpPr>
          <p:cNvPr id="5" name="Espaço Reservado para o Número do Slide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lvl1pPr>
              <a:defRPr>
                <a:solidFill>
                  <a:schemeClr val="tx1"/>
                </a:solidFill>
              </a:defRPr>
            </a:lvl1pPr>
          </a:lstStyle>
          <a:p>
            <a:pPr rtl="0"/>
            <a:fld id="{CC057153-B650-4DEB-B370-79DDCFDCE934}" type="slidenum">
              <a:rPr lang="en-US" smtClean="0"/>
              <a:pPr/>
              <a:t>‹#›</a:t>
            </a:fld>
            <a:endParaRPr lang="en-US"/>
          </a:p>
        </p:txBody>
      </p:sp>
    </p:spTree>
    <p:extLst>
      <p:ext uri="{BB962C8B-B14F-4D97-AF65-F5344CB8AC3E}">
        <p14:creationId xmlns:p14="http://schemas.microsoft.com/office/powerpoint/2010/main" val="1862859050"/>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itação 3">
    <p:bg>
      <p:bgRef idx="1001">
        <a:schemeClr val="bg1"/>
      </p:bgRef>
    </p:bg>
    <p:spTree>
      <p:nvGrpSpPr>
        <p:cNvPr id="1" name=""/>
        <p:cNvGrpSpPr/>
        <p:nvPr/>
      </p:nvGrpSpPr>
      <p:grpSpPr>
        <a:xfrm>
          <a:off x="0" y="0"/>
          <a:ext cx="0" cy="0"/>
          <a:chOff x="0" y="0"/>
          <a:chExt cx="0" cy="0"/>
        </a:xfrm>
      </p:grpSpPr>
      <p:sp>
        <p:nvSpPr>
          <p:cNvPr id="13" name="Retângulo 12">
            <a:extLst>
              <a:ext uri="{FF2B5EF4-FFF2-40B4-BE49-F238E27FC236}">
                <a16:creationId xmlns:a16="http://schemas.microsoft.com/office/drawing/2014/main" id="{5008CFE4-4AC8-17F9-C6E2-22D96CF81069}"/>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14" name="Grupo 13">
            <a:extLst>
              <a:ext uri="{FF2B5EF4-FFF2-40B4-BE49-F238E27FC236}">
                <a16:creationId xmlns:a16="http://schemas.microsoft.com/office/drawing/2014/main" id="{E1DE4581-CCFE-13FF-B53C-592638067FCF}"/>
              </a:ext>
            </a:extLst>
          </p:cNvPr>
          <p:cNvGrpSpPr/>
          <p:nvPr userDrawn="1"/>
        </p:nvGrpSpPr>
        <p:grpSpPr>
          <a:xfrm>
            <a:off x="-22275" y="-6922"/>
            <a:ext cx="12214275" cy="6888025"/>
            <a:chOff x="-22275" y="-6922"/>
            <a:chExt cx="12214275" cy="6888025"/>
          </a:xfrm>
        </p:grpSpPr>
        <p:sp>
          <p:nvSpPr>
            <p:cNvPr id="15" name="Retângulo 14">
              <a:extLst>
                <a:ext uri="{FF2B5EF4-FFF2-40B4-BE49-F238E27FC236}">
                  <a16:creationId xmlns:a16="http://schemas.microsoft.com/office/drawing/2014/main" id="{0A60AF8B-1447-F11B-317A-2B62BF427200}"/>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6" name="Retângulo 15">
              <a:extLst>
                <a:ext uri="{FF2B5EF4-FFF2-40B4-BE49-F238E27FC236}">
                  <a16:creationId xmlns:a16="http://schemas.microsoft.com/office/drawing/2014/main" id="{B7607FDD-F605-68F1-7AA0-8C46B55839F8}"/>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7" name="Retângulo 16">
              <a:extLst>
                <a:ext uri="{FF2B5EF4-FFF2-40B4-BE49-F238E27FC236}">
                  <a16:creationId xmlns:a16="http://schemas.microsoft.com/office/drawing/2014/main" id="{C67C2197-4AA5-2448-A5C9-5616910115AD}"/>
                </a:ext>
              </a:extLst>
            </p:cNvPr>
            <p:cNvSpPr/>
            <p:nvPr/>
          </p:nvSpPr>
          <p:spPr>
            <a:xfrm flipH="1">
              <a:off x="-9524" y="-6922"/>
              <a:ext cx="3836566" cy="6888025"/>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8" name="Retângulo 17">
              <a:extLst>
                <a:ext uri="{FF2B5EF4-FFF2-40B4-BE49-F238E27FC236}">
                  <a16:creationId xmlns:a16="http://schemas.microsoft.com/office/drawing/2014/main" id="{9761D807-E465-A2B1-482D-442EF66B9993}"/>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solidFill>
                  <a:srgbClr val="FFFFFF"/>
                </a:solidFill>
              </a:endParaRPr>
            </a:p>
          </p:txBody>
        </p:sp>
      </p:grpSp>
      <p:sp>
        <p:nvSpPr>
          <p:cNvPr id="9" name="Retângulo 8">
            <a:extLst>
              <a:ext uri="{FF2B5EF4-FFF2-40B4-BE49-F238E27FC236}">
                <a16:creationId xmlns:a16="http://schemas.microsoft.com/office/drawing/2014/main" id="{A68A2031-B1A2-6870-E0A0-3158E66CDD30}"/>
              </a:ext>
            </a:extLst>
          </p:cNvPr>
          <p:cNvSpPr/>
          <p:nvPr userDrawn="1"/>
        </p:nvSpPr>
        <p:spPr>
          <a:xfrm>
            <a:off x="122465" y="123364"/>
            <a:ext cx="11946174" cy="65609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1655064" y="2092751"/>
            <a:ext cx="8695944" cy="2128102"/>
          </a:xfrm>
        </p:spPr>
        <p:txBody>
          <a:bodyPr rtlCol="0" anchor="ctr">
            <a:normAutofit/>
          </a:bodyPr>
          <a:lstStyle>
            <a:lvl1pPr marL="137160" indent="-137160">
              <a:lnSpc>
                <a:spcPct val="100000"/>
              </a:lnSpc>
              <a:defRPr sz="3800">
                <a:gradFill>
                  <a:gsLst>
                    <a:gs pos="0">
                      <a:schemeClr val="accent5"/>
                    </a:gs>
                    <a:gs pos="99000">
                      <a:schemeClr val="accent2"/>
                    </a:gs>
                  </a:gsLst>
                  <a:lin ang="0" scaled="0"/>
                </a:gradFill>
              </a:defRPr>
            </a:lvl1pPr>
          </a:lstStyle>
          <a:p>
            <a:pPr rtl="0"/>
            <a:r>
              <a:rPr lang="pt-br"/>
              <a:t>Clique para editar a Citação</a:t>
            </a:r>
          </a:p>
        </p:txBody>
      </p:sp>
      <p:sp>
        <p:nvSpPr>
          <p:cNvPr id="7" name="Espaço Reservado para Conteú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10512" y="5120640"/>
            <a:ext cx="8551186" cy="621792"/>
          </a:xfrm>
        </p:spPr>
        <p:txBody>
          <a:bodyPr vert="horz" lIns="91440" tIns="45720" rIns="91440" bIns="45720" rtlCol="0" anchor="ctr">
            <a:normAutofit/>
          </a:bodyPr>
          <a:lstStyle>
            <a:lvl1pPr marL="0" indent="0">
              <a:buNone/>
              <a:defRPr lang="en-US" b="1" dirty="0">
                <a:gradFill>
                  <a:gsLst>
                    <a:gs pos="0">
                      <a:schemeClr val="accent5"/>
                    </a:gs>
                    <a:gs pos="99000">
                      <a:schemeClr val="accent2"/>
                    </a:gs>
                  </a:gsLst>
                  <a:lin ang="0" scaled="0"/>
                </a:gradFill>
              </a:defRPr>
            </a:lvl1pPr>
            <a:lvl2pPr marL="228600" indent="0">
              <a:buNone/>
              <a:defRPr lang="en-US" b="1" dirty="0">
                <a:gradFill>
                  <a:gsLst>
                    <a:gs pos="0">
                      <a:schemeClr val="accent5"/>
                    </a:gs>
                    <a:gs pos="99000">
                      <a:schemeClr val="accent2"/>
                    </a:gs>
                  </a:gsLst>
                  <a:lin ang="0" scaled="0"/>
                </a:gradFill>
              </a:defRPr>
            </a:lvl2pPr>
            <a:lvl3pPr marL="457200" indent="0">
              <a:buNone/>
              <a:defRPr lang="en-US" b="1" dirty="0">
                <a:gradFill>
                  <a:gsLst>
                    <a:gs pos="0">
                      <a:schemeClr val="accent5"/>
                    </a:gs>
                    <a:gs pos="99000">
                      <a:schemeClr val="accent2"/>
                    </a:gs>
                  </a:gsLst>
                  <a:lin ang="0" scaled="0"/>
                </a:gradFill>
              </a:defRPr>
            </a:lvl3pPr>
            <a:lvl4pPr marL="685800" indent="0">
              <a:buNone/>
              <a:defRPr lang="en-US" b="1" dirty="0">
                <a:gradFill>
                  <a:gsLst>
                    <a:gs pos="0">
                      <a:schemeClr val="accent5"/>
                    </a:gs>
                    <a:gs pos="99000">
                      <a:schemeClr val="accent2"/>
                    </a:gs>
                  </a:gsLst>
                  <a:lin ang="0" scaled="0"/>
                </a:gradFill>
              </a:defRPr>
            </a:lvl4pPr>
            <a:lvl5pPr marL="914400" indent="0">
              <a:buNone/>
              <a:defRPr lang="en-US" b="1" dirty="0">
                <a:gradFill>
                  <a:gsLst>
                    <a:gs pos="0">
                      <a:schemeClr val="accent5"/>
                    </a:gs>
                    <a:gs pos="99000">
                      <a:schemeClr val="accent2"/>
                    </a:gs>
                  </a:gsLst>
                  <a:lin ang="0" scaled="0"/>
                </a:gradFill>
              </a:defRPr>
            </a:lvl5pPr>
          </a:lstStyle>
          <a:p>
            <a:pPr lvl="0" rtl="0"/>
            <a:r>
              <a:rPr lang="pt-br"/>
              <a:t>Autor da Citação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1" name="Espaço Reservado para Rodapé 10">
            <a:extLst>
              <a:ext uri="{FF2B5EF4-FFF2-40B4-BE49-F238E27FC236}">
                <a16:creationId xmlns:a16="http://schemas.microsoft.com/office/drawing/2014/main" id="{FBF2835F-FCF9-BB88-E70E-80B0D769F8E4}"/>
              </a:ext>
            </a:extLst>
          </p:cNvPr>
          <p:cNvSpPr>
            <a:spLocks noGrp="1"/>
          </p:cNvSpPr>
          <p:nvPr>
            <p:ph type="ftr" sz="quarter" idx="15"/>
          </p:nvPr>
        </p:nvSpPr>
        <p:spPr>
          <a:xfrm>
            <a:off x="1655064" y="6318504"/>
            <a:ext cx="4096512" cy="365760"/>
          </a:xfrm>
        </p:spPr>
        <p:txBody>
          <a:bodyPr rtlCol="0"/>
          <a:lstStyle>
            <a:lvl1pPr>
              <a:defRPr>
                <a:solidFill>
                  <a:schemeClr val="bg1"/>
                </a:solidFill>
              </a:defRPr>
            </a:lvl1pPr>
          </a:lstStyle>
          <a:p>
            <a:pPr rtl="0"/>
            <a:r>
              <a:rPr lang="pt-br"/>
              <a:t>Modelo de Texto do Rodapé</a:t>
            </a:r>
          </a:p>
        </p:txBody>
      </p:sp>
      <p:sp>
        <p:nvSpPr>
          <p:cNvPr id="10" name="Espaço Reservado para Data 9">
            <a:extLst>
              <a:ext uri="{FF2B5EF4-FFF2-40B4-BE49-F238E27FC236}">
                <a16:creationId xmlns:a16="http://schemas.microsoft.com/office/drawing/2014/main" id="{B9DF0CCF-0BE1-E05F-F8FC-FD5060E0331B}"/>
              </a:ext>
            </a:extLst>
          </p:cNvPr>
          <p:cNvSpPr>
            <a:spLocks noGrp="1"/>
          </p:cNvSpPr>
          <p:nvPr>
            <p:ph type="dt" sz="half" idx="14"/>
          </p:nvPr>
        </p:nvSpPr>
        <p:spPr>
          <a:xfrm>
            <a:off x="6813826" y="6318504"/>
            <a:ext cx="3136392" cy="365760"/>
          </a:xfrm>
        </p:spPr>
        <p:txBody>
          <a:bodyPr rtlCol="0"/>
          <a:lstStyle>
            <a:lvl1pPr>
              <a:defRPr>
                <a:solidFill>
                  <a:schemeClr val="bg1"/>
                </a:solidFill>
              </a:defRPr>
            </a:lvl1pPr>
          </a:lstStyle>
          <a:p>
            <a:pPr rtl="0"/>
            <a:r>
              <a:rPr lang="en-US"/>
              <a:t>20/2/2025</a:t>
            </a:r>
            <a:endParaRPr lang="en-US" dirty="0"/>
          </a:p>
        </p:txBody>
      </p:sp>
      <p:sp>
        <p:nvSpPr>
          <p:cNvPr id="12" name="Espaço Reservado para o Número do Slide 11">
            <a:extLst>
              <a:ext uri="{FF2B5EF4-FFF2-40B4-BE49-F238E27FC236}">
                <a16:creationId xmlns:a16="http://schemas.microsoft.com/office/drawing/2014/main" id="{2EB65B7A-7A5E-D7FB-3866-68922E60F885}"/>
              </a:ext>
            </a:extLst>
          </p:cNvPr>
          <p:cNvSpPr>
            <a:spLocks noGrp="1"/>
          </p:cNvSpPr>
          <p:nvPr>
            <p:ph type="sldNum" sz="quarter" idx="16"/>
          </p:nvPr>
        </p:nvSpPr>
        <p:spPr>
          <a:xfrm>
            <a:off x="9867922" y="6318504"/>
            <a:ext cx="493776" cy="365760"/>
          </a:xfrm>
        </p:spPr>
        <p:txBody>
          <a:bodyPr rtlCol="0"/>
          <a:lstStyle>
            <a:lvl1pPr>
              <a:defRPr>
                <a:solidFill>
                  <a:schemeClr val="bg1"/>
                </a:solidFill>
              </a:defRPr>
            </a:lvl1pPr>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3485588129"/>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ois conteúdos">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D0B646A9-91B4-D2CF-8B72-68E668219C00}"/>
              </a:ext>
            </a:extLst>
          </p:cNvPr>
          <p:cNvSpPr/>
          <p:nvPr userDrawn="1"/>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rtlCol="0"/>
          <a:lstStyle>
            <a:lvl1pPr>
              <a:defRPr>
                <a:solidFill>
                  <a:schemeClr val="bg1"/>
                </a:solidFill>
              </a:defRPr>
            </a:lvl1pPr>
          </a:lstStyle>
          <a:p>
            <a:pPr rtl="0"/>
            <a:r>
              <a:rPr lang="pt-br"/>
              <a:t>Clique para editar o estilo de título Mestre</a:t>
            </a:r>
            <a:endParaRPr lang="en-US" dirty="0"/>
          </a:p>
        </p:txBody>
      </p:sp>
      <p:sp>
        <p:nvSpPr>
          <p:cNvPr id="9" name="Espaço Reservado para Texto 8">
            <a:extLst>
              <a:ext uri="{FF2B5EF4-FFF2-40B4-BE49-F238E27FC236}">
                <a16:creationId xmlns:a16="http://schemas.microsoft.com/office/drawing/2014/main" id="{DA7BFCD9-16A4-5745-7BB3-7836095FF16B}"/>
              </a:ext>
            </a:extLst>
          </p:cNvPr>
          <p:cNvSpPr>
            <a:spLocks noGrp="1"/>
          </p:cNvSpPr>
          <p:nvPr>
            <p:ph type="body" sz="quarter" idx="13"/>
          </p:nvPr>
        </p:nvSpPr>
        <p:spPr>
          <a:xfrm>
            <a:off x="612648" y="2133600"/>
            <a:ext cx="5166360" cy="4184904"/>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11" name="Espaço Reservado para Texto 10">
            <a:extLst>
              <a:ext uri="{FF2B5EF4-FFF2-40B4-BE49-F238E27FC236}">
                <a16:creationId xmlns:a16="http://schemas.microsoft.com/office/drawing/2014/main" id="{F30EDC57-7D17-D4C8-5C60-A44A480EA997}"/>
              </a:ext>
            </a:extLst>
          </p:cNvPr>
          <p:cNvSpPr>
            <a:spLocks noGrp="1"/>
          </p:cNvSpPr>
          <p:nvPr>
            <p:ph type="body" sz="quarter" idx="14"/>
          </p:nvPr>
        </p:nvSpPr>
        <p:spPr>
          <a:xfrm>
            <a:off x="6400800" y="2128115"/>
            <a:ext cx="5166360" cy="4190389"/>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Rodapé 3">
            <a:extLst>
              <a:ext uri="{FF2B5EF4-FFF2-40B4-BE49-F238E27FC236}">
                <a16:creationId xmlns:a16="http://schemas.microsoft.com/office/drawing/2014/main" id="{392A082C-5D4A-4A20-87E3-9906B5F3BAF4}"/>
              </a:ext>
            </a:extLst>
          </p:cNvPr>
          <p:cNvSpPr>
            <a:spLocks noGrp="1"/>
          </p:cNvSpPr>
          <p:nvPr>
            <p:ph type="ftr" sz="quarter" idx="16"/>
          </p:nvPr>
        </p:nvSpPr>
        <p:spPr/>
        <p:txBody>
          <a:bodyPr rtlCol="0"/>
          <a:lstStyle/>
          <a:p>
            <a:pPr algn="l" rtl="0"/>
            <a:r>
              <a:rPr lang="pt-br"/>
              <a:t>Amostra de Texto de Rodapé</a:t>
            </a:r>
            <a:endParaRPr lang="en-US" dirty="0"/>
          </a:p>
        </p:txBody>
      </p:sp>
      <p:sp>
        <p:nvSpPr>
          <p:cNvPr id="3" name="Espaço Reservado para Data 2">
            <a:extLst>
              <a:ext uri="{FF2B5EF4-FFF2-40B4-BE49-F238E27FC236}">
                <a16:creationId xmlns:a16="http://schemas.microsoft.com/office/drawing/2014/main" id="{EC2184DE-1D38-B3AE-D560-557B3726B547}"/>
              </a:ext>
            </a:extLst>
          </p:cNvPr>
          <p:cNvSpPr>
            <a:spLocks noGrp="1"/>
          </p:cNvSpPr>
          <p:nvPr>
            <p:ph type="dt" sz="half" idx="15"/>
          </p:nvPr>
        </p:nvSpPr>
        <p:spPr/>
        <p:txBody>
          <a:bodyPr rtlCol="0"/>
          <a:lstStyle/>
          <a:p>
            <a:pPr rtl="0"/>
            <a:r>
              <a:rPr lang="en-US"/>
              <a:t>20/2/2025</a:t>
            </a:r>
            <a:endParaRPr lang="en-US" dirty="0"/>
          </a:p>
        </p:txBody>
      </p:sp>
      <p:sp>
        <p:nvSpPr>
          <p:cNvPr id="8" name="Espaço Reservado para o Número do Slide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18637452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BC704A21-3725-4536-B210-EAED58DE1544}"/>
              </a:ext>
            </a:extLst>
          </p:cNvPr>
          <p:cNvSpPr/>
          <p:nvPr userDrawn="1"/>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rtlCol="0"/>
          <a:lstStyle>
            <a:lvl1pPr>
              <a:defRPr>
                <a:solidFill>
                  <a:schemeClr val="bg1"/>
                </a:solidFill>
              </a:defRPr>
            </a:lvl1pPr>
          </a:lstStyle>
          <a:p>
            <a:pPr rtl="0"/>
            <a:r>
              <a:rPr lang="pt-br"/>
              <a:t>Clique para editar o estilo de título Mestre</a:t>
            </a:r>
            <a:endParaRPr lang="en-US" dirty="0"/>
          </a:p>
        </p:txBody>
      </p:sp>
      <p:sp>
        <p:nvSpPr>
          <p:cNvPr id="3" name="Espaço Reservado para Texto 2">
            <a:extLst>
              <a:ext uri="{FF2B5EF4-FFF2-40B4-BE49-F238E27FC236}">
                <a16:creationId xmlns:a16="http://schemas.microsoft.com/office/drawing/2014/main" id="{61CD26D4-290A-F0ED-7D62-41EDA6FEC2B9}"/>
              </a:ext>
            </a:extLst>
          </p:cNvPr>
          <p:cNvSpPr>
            <a:spLocks noGrp="1"/>
          </p:cNvSpPr>
          <p:nvPr>
            <p:ph type="body" idx="1"/>
          </p:nvPr>
        </p:nvSpPr>
        <p:spPr>
          <a:xfrm>
            <a:off x="612648" y="2128111"/>
            <a:ext cx="5166360" cy="484632"/>
          </a:xfrm>
        </p:spPr>
        <p:txBody>
          <a:bodyPr rtlCol="0"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 texto Mestre</a:t>
            </a:r>
          </a:p>
        </p:txBody>
      </p:sp>
      <p:sp>
        <p:nvSpPr>
          <p:cNvPr id="11" name="Espaço Reservado para Texto 10">
            <a:extLst>
              <a:ext uri="{FF2B5EF4-FFF2-40B4-BE49-F238E27FC236}">
                <a16:creationId xmlns:a16="http://schemas.microsoft.com/office/drawing/2014/main" id="{7B5BB1DC-4DAA-D220-25A9-5752C158FDD3}"/>
              </a:ext>
            </a:extLst>
          </p:cNvPr>
          <p:cNvSpPr>
            <a:spLocks noGrp="1"/>
          </p:cNvSpPr>
          <p:nvPr>
            <p:ph type="body" sz="quarter" idx="13"/>
          </p:nvPr>
        </p:nvSpPr>
        <p:spPr>
          <a:xfrm>
            <a:off x="612648" y="2722893"/>
            <a:ext cx="5166360" cy="3595611"/>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5" name="Espaço Reservado para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28109"/>
            <a:ext cx="5166360" cy="484633"/>
          </a:xfrm>
        </p:spPr>
        <p:txBody>
          <a:bodyPr rtlCol="0"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 texto Mestre</a:t>
            </a:r>
          </a:p>
        </p:txBody>
      </p:sp>
      <p:sp>
        <p:nvSpPr>
          <p:cNvPr id="13" name="Espaço Reservado para Texto 12">
            <a:extLst>
              <a:ext uri="{FF2B5EF4-FFF2-40B4-BE49-F238E27FC236}">
                <a16:creationId xmlns:a16="http://schemas.microsoft.com/office/drawing/2014/main" id="{BAB67A04-5E8D-18C5-D47A-A5B5CFE568A1}"/>
              </a:ext>
            </a:extLst>
          </p:cNvPr>
          <p:cNvSpPr>
            <a:spLocks noGrp="1"/>
          </p:cNvSpPr>
          <p:nvPr>
            <p:ph type="body" sz="quarter" idx="14"/>
          </p:nvPr>
        </p:nvSpPr>
        <p:spPr>
          <a:xfrm>
            <a:off x="6400038" y="2722893"/>
            <a:ext cx="5166360" cy="3595611"/>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6" name="Espaço Reservado para Rodapé 5">
            <a:extLst>
              <a:ext uri="{FF2B5EF4-FFF2-40B4-BE49-F238E27FC236}">
                <a16:creationId xmlns:a16="http://schemas.microsoft.com/office/drawing/2014/main" id="{80669AB3-1083-59C6-B9F8-A35C0D406617}"/>
              </a:ext>
            </a:extLst>
          </p:cNvPr>
          <p:cNvSpPr>
            <a:spLocks noGrp="1"/>
          </p:cNvSpPr>
          <p:nvPr>
            <p:ph type="ftr" sz="quarter" idx="16"/>
          </p:nvPr>
        </p:nvSpPr>
        <p:spPr/>
        <p:txBody>
          <a:bodyPr rtlCol="0"/>
          <a:lstStyle/>
          <a:p>
            <a:pPr algn="l" rtl="0"/>
            <a:r>
              <a:rPr lang="pt-br"/>
              <a:t>Exemplo de Texto de Rodapé</a:t>
            </a:r>
            <a:endParaRPr lang="en-US" dirty="0"/>
          </a:p>
        </p:txBody>
      </p:sp>
      <p:sp>
        <p:nvSpPr>
          <p:cNvPr id="4" name="Espaço Reservado para Data 3">
            <a:extLst>
              <a:ext uri="{FF2B5EF4-FFF2-40B4-BE49-F238E27FC236}">
                <a16:creationId xmlns:a16="http://schemas.microsoft.com/office/drawing/2014/main" id="{88D0645D-C128-9FF0-2E8B-D2E3E34687DA}"/>
              </a:ext>
            </a:extLst>
          </p:cNvPr>
          <p:cNvSpPr>
            <a:spLocks noGrp="1"/>
          </p:cNvSpPr>
          <p:nvPr>
            <p:ph type="dt" sz="half" idx="15"/>
          </p:nvPr>
        </p:nvSpPr>
        <p:spPr/>
        <p:txBody>
          <a:bodyPr rtlCol="0"/>
          <a:lstStyle/>
          <a:p>
            <a:pPr rtl="0"/>
            <a:r>
              <a:rPr lang="en-US"/>
              <a:t>20/2/2025</a:t>
            </a:r>
            <a:endParaRPr lang="en-US" dirty="0"/>
          </a:p>
        </p:txBody>
      </p:sp>
      <p:sp>
        <p:nvSpPr>
          <p:cNvPr id="10" name="Espaço Reservado para o Número do Slide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16808764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6A9F42-7FF7-F803-C075-BC4968D35E34}"/>
              </a:ext>
            </a:extLst>
          </p:cNvPr>
          <p:cNvSpPr>
            <a:spLocks noGrp="1"/>
          </p:cNvSpPr>
          <p:nvPr>
            <p:ph type="title"/>
          </p:nvPr>
        </p:nvSpPr>
        <p:spPr/>
        <p:txBody>
          <a:bodyPr rtlCol="0" anchor="t"/>
          <a:lstStyle/>
          <a:p>
            <a:pPr rtl="0"/>
            <a:r>
              <a:rPr lang="pt-br"/>
              <a:t>Clique para editar o estilo de título Mestre</a:t>
            </a:r>
            <a:endParaRPr lang="en-US" dirty="0"/>
          </a:p>
        </p:txBody>
      </p:sp>
      <p:sp>
        <p:nvSpPr>
          <p:cNvPr id="4" name="Espaço Reservado para Rodapé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r>
              <a:rPr lang="pt-br"/>
              <a:t>Amostra de Texto de Rodapé</a:t>
            </a:r>
          </a:p>
        </p:txBody>
      </p:sp>
      <p:sp>
        <p:nvSpPr>
          <p:cNvPr id="3" name="Espaço Reservado para Data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lstStyle/>
          <a:p>
            <a:pPr rtl="0"/>
            <a:r>
              <a:rPr lang="en-US"/>
              <a:t>20/2/2025</a:t>
            </a:r>
          </a:p>
        </p:txBody>
      </p:sp>
      <p:sp>
        <p:nvSpPr>
          <p:cNvPr id="5" name="Espaço Reservado para o Número do Slide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Tree>
    <p:extLst>
      <p:ext uri="{BB962C8B-B14F-4D97-AF65-F5344CB8AC3E}">
        <p14:creationId xmlns:p14="http://schemas.microsoft.com/office/powerpoint/2010/main" val="26326330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3" name="Espaço Reservado para Rodapé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pt-br"/>
              <a:t>Exemplo de Texto de Rodapé</a:t>
            </a:r>
          </a:p>
        </p:txBody>
      </p:sp>
      <p:sp>
        <p:nvSpPr>
          <p:cNvPr id="2" name="Espaço Reservado para Data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p>
            <a:pPr rtl="0"/>
            <a:r>
              <a:rPr lang="en-US"/>
              <a:t>20/2/2025</a:t>
            </a:r>
          </a:p>
        </p:txBody>
      </p:sp>
      <p:sp>
        <p:nvSpPr>
          <p:cNvPr id="4" name="Espaço Reservado para o Número do Slide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2" name="Retângulo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Retângulo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rtlCol="0" anchor="t">
            <a:normAutofit/>
          </a:bodyPr>
          <a:lstStyle>
            <a:lvl1pPr>
              <a:defRPr sz="3200"/>
            </a:lvl1pPr>
          </a:lstStyle>
          <a:p>
            <a:pPr rtl="0"/>
            <a:r>
              <a:rPr lang="pt-br"/>
              <a:t>Clique para editar o estilo de título Mestre</a:t>
            </a:r>
            <a:endParaRPr lang="en-US" dirty="0"/>
          </a:p>
        </p:txBody>
      </p:sp>
      <p:sp>
        <p:nvSpPr>
          <p:cNvPr id="4" name="Espaço Reservado para Texto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rtlCol="0"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t-br"/>
              <a:t>Clique para editar o texto Mestre</a:t>
            </a:r>
          </a:p>
        </p:txBody>
      </p:sp>
      <p:sp>
        <p:nvSpPr>
          <p:cNvPr id="3" name="Espaço Reservado para Conteúdo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rtlCol="0">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6" name="Espaço Reservado para Rodapé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t>20/2/2025</a:t>
            </a:r>
          </a:p>
        </p:txBody>
      </p:sp>
      <p:sp>
        <p:nvSpPr>
          <p:cNvPr id="7" name="Espaço Reservado para o Número do Slide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m com Legenda">
    <p:spTree>
      <p:nvGrpSpPr>
        <p:cNvPr id="1" name=""/>
        <p:cNvGrpSpPr/>
        <p:nvPr/>
      </p:nvGrpSpPr>
      <p:grpSpPr>
        <a:xfrm>
          <a:off x="0" y="0"/>
          <a:ext cx="0" cy="0"/>
          <a:chOff x="0" y="0"/>
          <a:chExt cx="0" cy="0"/>
        </a:xfrm>
      </p:grpSpPr>
      <p:grpSp>
        <p:nvGrpSpPr>
          <p:cNvPr id="20" name="Grupo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21" name="Retângulo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Retângulo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rtlCol="0" anchor="t">
            <a:normAutofit/>
          </a:bodyPr>
          <a:lstStyle>
            <a:lvl1pPr>
              <a:defRPr sz="3200"/>
            </a:lvl1pPr>
          </a:lstStyle>
          <a:p>
            <a:pPr rtl="0"/>
            <a:r>
              <a:rPr lang="pt-br"/>
              <a:t>Clique para editar o estilo de título Mestre</a:t>
            </a:r>
            <a:endParaRPr lang="en-US" dirty="0"/>
          </a:p>
        </p:txBody>
      </p:sp>
      <p:sp>
        <p:nvSpPr>
          <p:cNvPr id="4" name="Espaço Reservado para Texto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t-br"/>
              <a:t>Clique para editar o texto Mestre</a:t>
            </a:r>
          </a:p>
        </p:txBody>
      </p:sp>
      <p:sp>
        <p:nvSpPr>
          <p:cNvPr id="24" name="Espaço Reservado para Rodapé 23">
            <a:extLst>
              <a:ext uri="{FF2B5EF4-FFF2-40B4-BE49-F238E27FC236}">
                <a16:creationId xmlns:a16="http://schemas.microsoft.com/office/drawing/2014/main" id="{861F92C4-9651-789C-0B22-E6343EE25C7A}"/>
              </a:ext>
            </a:extLst>
          </p:cNvPr>
          <p:cNvSpPr>
            <a:spLocks noGrp="1"/>
          </p:cNvSpPr>
          <p:nvPr>
            <p:ph type="ftr" sz="quarter" idx="15"/>
          </p:nvPr>
        </p:nvSpPr>
        <p:spPr/>
        <p:txBody>
          <a:bodyPr rtlCol="0"/>
          <a:lstStyle/>
          <a:p>
            <a:pPr rtl="0"/>
            <a:r>
              <a:rPr lang="pt-br"/>
              <a:t>Exemplo de Texto de Rodapé</a:t>
            </a:r>
            <a:endParaRPr lang="en-US" dirty="0"/>
          </a:p>
        </p:txBody>
      </p:sp>
      <p:sp>
        <p:nvSpPr>
          <p:cNvPr id="8" name="Espaço Reservado para Imagem 7">
            <a:extLst>
              <a:ext uri="{FF2B5EF4-FFF2-40B4-BE49-F238E27FC236}">
                <a16:creationId xmlns:a16="http://schemas.microsoft.com/office/drawing/2014/main" id="{6CCD178F-4127-FE67-2F5D-0F1CE7884398}"/>
              </a:ext>
            </a:extLst>
          </p:cNvPr>
          <p:cNvSpPr>
            <a:spLocks noGrp="1"/>
          </p:cNvSpPr>
          <p:nvPr>
            <p:ph type="pic" sz="quarter" idx="13"/>
          </p:nvPr>
        </p:nvSpPr>
        <p:spPr>
          <a:xfrm>
            <a:off x="5153978" y="342016"/>
            <a:ext cx="6413182" cy="5976487"/>
          </a:xfrm>
          <a:blipFill>
            <a:blip r:embed="rId2">
              <a:alphaModFix amt="60000"/>
            </a:blip>
            <a:stretch>
              <a:fillRect/>
            </a:stretch>
          </a:blipFill>
        </p:spPr>
        <p:txBody>
          <a:bodyPr rtlCol="0"/>
          <a:lstStyle/>
          <a:p>
            <a:pPr rtl="0"/>
            <a:r>
              <a:rPr lang="pt-br"/>
              <a:t>Clique no ícone para adicionar uma imagem</a:t>
            </a:r>
          </a:p>
        </p:txBody>
      </p:sp>
      <p:sp>
        <p:nvSpPr>
          <p:cNvPr id="23" name="Espaço Reservado para Data 22">
            <a:extLst>
              <a:ext uri="{FF2B5EF4-FFF2-40B4-BE49-F238E27FC236}">
                <a16:creationId xmlns:a16="http://schemas.microsoft.com/office/drawing/2014/main" id="{8ACB14E1-4D3B-B55C-4791-64F774AC361F}"/>
              </a:ext>
            </a:extLst>
          </p:cNvPr>
          <p:cNvSpPr>
            <a:spLocks noGrp="1"/>
          </p:cNvSpPr>
          <p:nvPr>
            <p:ph type="dt" sz="half" idx="14"/>
          </p:nvPr>
        </p:nvSpPr>
        <p:spPr/>
        <p:txBody>
          <a:bodyPr rtlCol="0"/>
          <a:lstStyle/>
          <a:p>
            <a:pPr rtl="0"/>
            <a:r>
              <a:rPr lang="en-US"/>
              <a:t>20/2/2025</a:t>
            </a:r>
            <a:endParaRPr lang="en-US" dirty="0"/>
          </a:p>
        </p:txBody>
      </p:sp>
      <p:sp>
        <p:nvSpPr>
          <p:cNvPr id="25" name="Espaço Reservado para o Número do Slide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76902161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ão">
    <p:bg>
      <p:bgRef idx="1001">
        <a:schemeClr val="bg1"/>
      </p:bgRef>
    </p:bg>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7" name="Retângulo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tângulo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rtlCol="0" anchor="t">
            <a:normAutofit/>
          </a:bodyPr>
          <a:lstStyle>
            <a:lvl1pPr>
              <a:defRPr sz="6000">
                <a:gradFill>
                  <a:gsLst>
                    <a:gs pos="0">
                      <a:schemeClr val="accent2"/>
                    </a:gs>
                    <a:gs pos="100000">
                      <a:schemeClr val="accent5"/>
                    </a:gs>
                  </a:gsLst>
                  <a:lin ang="4200000" scaled="0"/>
                </a:gradFill>
              </a:defRPr>
            </a:lvl1pPr>
          </a:lstStyle>
          <a:p>
            <a:pPr rtl="0"/>
            <a:r>
              <a:rPr lang="pt-br"/>
              <a:t>Clique para editar o estilo de título Mestre</a:t>
            </a:r>
            <a:endParaRPr lang="en-US" dirty="0"/>
          </a:p>
        </p:txBody>
      </p:sp>
      <p:sp>
        <p:nvSpPr>
          <p:cNvPr id="8" name="Espaço Reservado para Conteúdo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5" name="Espaço Reservado para Rodapé 4">
            <a:extLst>
              <a:ext uri="{FF2B5EF4-FFF2-40B4-BE49-F238E27FC236}">
                <a16:creationId xmlns:a16="http://schemas.microsoft.com/office/drawing/2014/main" id="{A67F5585-231E-4B46-143C-086AE5C56D2F}"/>
              </a:ext>
            </a:extLst>
          </p:cNvPr>
          <p:cNvSpPr>
            <a:spLocks noGrp="1"/>
          </p:cNvSpPr>
          <p:nvPr>
            <p:ph type="ftr" sz="quarter" idx="15"/>
          </p:nvPr>
        </p:nvSpPr>
        <p:spPr/>
        <p:txBody>
          <a:bodyPr rtlCol="0"/>
          <a:lstStyle/>
          <a:p>
            <a:pPr rtl="0"/>
            <a:r>
              <a:rPr lang="pt-br"/>
              <a:t>Exemplo de Texto de Rodapé</a:t>
            </a:r>
            <a:endParaRPr lang="en-US" dirty="0"/>
          </a:p>
        </p:txBody>
      </p:sp>
      <p:sp>
        <p:nvSpPr>
          <p:cNvPr id="4" name="Espaço Reservado para Data 3">
            <a:extLst>
              <a:ext uri="{FF2B5EF4-FFF2-40B4-BE49-F238E27FC236}">
                <a16:creationId xmlns:a16="http://schemas.microsoft.com/office/drawing/2014/main" id="{5C52CF0D-DCF6-2401-8AD6-ED12BCF0D0F7}"/>
              </a:ext>
            </a:extLst>
          </p:cNvPr>
          <p:cNvSpPr>
            <a:spLocks noGrp="1"/>
          </p:cNvSpPr>
          <p:nvPr>
            <p:ph type="dt" sz="half" idx="14"/>
          </p:nvPr>
        </p:nvSpPr>
        <p:spPr/>
        <p:txBody>
          <a:bodyPr rtlCol="0"/>
          <a:lstStyle/>
          <a:p>
            <a:pPr rtl="0"/>
            <a:r>
              <a:rPr lang="en-US"/>
              <a:t>20/2/2025</a:t>
            </a:r>
            <a:endParaRPr lang="en-US" dirty="0"/>
          </a:p>
        </p:txBody>
      </p:sp>
      <p:sp>
        <p:nvSpPr>
          <p:cNvPr id="6" name="Espaço Reservado para o Número do Slide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75662841"/>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ão 2">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rtlCol="0" anchor="b">
            <a:normAutofit/>
          </a:bodyPr>
          <a:lstStyle>
            <a:lvl1pPr>
              <a:defRPr sz="6000">
                <a:gradFill>
                  <a:gsLst>
                    <a:gs pos="0">
                      <a:schemeClr val="accent2"/>
                    </a:gs>
                    <a:gs pos="100000">
                      <a:schemeClr val="accent5"/>
                    </a:gs>
                  </a:gsLst>
                  <a:lin ang="4200000" scaled="0"/>
                </a:gradFill>
              </a:defRPr>
            </a:lvl1pPr>
          </a:lstStyle>
          <a:p>
            <a:pPr rtl="0"/>
            <a:r>
              <a:rPr lang="pt-br"/>
              <a:t>Clique para editar o estilo de título Mestre</a:t>
            </a:r>
            <a:endParaRPr lang="en-US" dirty="0"/>
          </a:p>
        </p:txBody>
      </p:sp>
      <p:sp>
        <p:nvSpPr>
          <p:cNvPr id="7" name="Espaço Reservado para Conteúdo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200"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8" name="Espaço Reservado para Rodapé 7">
            <a:extLst>
              <a:ext uri="{FF2B5EF4-FFF2-40B4-BE49-F238E27FC236}">
                <a16:creationId xmlns:a16="http://schemas.microsoft.com/office/drawing/2014/main" id="{F664FAF8-D2CD-617D-EEE4-AFE7E979984A}"/>
              </a:ext>
            </a:extLst>
          </p:cNvPr>
          <p:cNvSpPr>
            <a:spLocks noGrp="1"/>
          </p:cNvSpPr>
          <p:nvPr>
            <p:ph type="ftr" sz="quarter" idx="16"/>
          </p:nvPr>
        </p:nvSpPr>
        <p:spPr/>
        <p:txBody>
          <a:bodyPr rtlCol="0"/>
          <a:lstStyle/>
          <a:p>
            <a:pPr algn="l" rtl="0"/>
            <a:r>
              <a:rPr lang="pt-br"/>
              <a:t>Exemplo de Texto de Rodapé</a:t>
            </a:r>
          </a:p>
        </p:txBody>
      </p:sp>
      <p:sp>
        <p:nvSpPr>
          <p:cNvPr id="3" name="Espaço Reservado para Data 2">
            <a:extLst>
              <a:ext uri="{FF2B5EF4-FFF2-40B4-BE49-F238E27FC236}">
                <a16:creationId xmlns:a16="http://schemas.microsoft.com/office/drawing/2014/main" id="{7CAECC89-C65D-CAD6-3F7F-24F67D81DCF1}"/>
              </a:ext>
            </a:extLst>
          </p:cNvPr>
          <p:cNvSpPr>
            <a:spLocks noGrp="1"/>
          </p:cNvSpPr>
          <p:nvPr>
            <p:ph type="dt" sz="half" idx="15"/>
          </p:nvPr>
        </p:nvSpPr>
        <p:spPr/>
        <p:txBody>
          <a:bodyPr rtlCol="0"/>
          <a:lstStyle/>
          <a:p>
            <a:pPr rtl="0"/>
            <a:r>
              <a:rPr lang="en-US"/>
              <a:t>20/2/2025</a:t>
            </a:r>
            <a:endParaRPr lang="en-US" dirty="0"/>
          </a:p>
        </p:txBody>
      </p:sp>
      <p:sp>
        <p:nvSpPr>
          <p:cNvPr id="9" name="Espaço Reservado para o Número do Slide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rtlCol="0"/>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17397011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pPr rtl="0"/>
            <a:r>
              <a:rPr lang="pt-br"/>
              <a:t>Clique para editar o estilo de título Mestre</a:t>
            </a:r>
            <a:endParaRPr lang="en-US" dirty="0"/>
          </a:p>
        </p:txBody>
      </p:sp>
      <p:sp>
        <p:nvSpPr>
          <p:cNvPr id="3" name="Espaço Reservado para Texto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5" name="Espaço Reservado para Rodapé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pPr rtl="0"/>
            <a:r>
              <a:rPr lang="en-US"/>
              <a:t>20/2/2025</a:t>
            </a:r>
            <a:endParaRPr lang="en-US" dirty="0"/>
          </a:p>
        </p:txBody>
      </p:sp>
      <p:sp>
        <p:nvSpPr>
          <p:cNvPr id="6" name="Espaço Reservado para o Número do Slide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pPr rtl="0"/>
            <a:fld id="{CC057153-B650-4DEB-B370-79DDCFDCE934}" type="slidenum">
              <a:rPr lang="en-US" smtClean="0"/>
              <a:pPr/>
              <a:t>‹#›</a:t>
            </a:fld>
            <a:endParaRPr lang="en-US" dirty="0"/>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677" r:id="rId1"/>
    <p:sldLayoutId id="2147483782" r:id="rId2"/>
    <p:sldLayoutId id="2147483783" r:id="rId3"/>
    <p:sldLayoutId id="2147483791" r:id="rId4"/>
    <p:sldLayoutId id="2147483794" r:id="rId5"/>
    <p:sldLayoutId id="2147483817" r:id="rId6"/>
    <p:sldLayoutId id="2147483818" r:id="rId7"/>
    <p:sldLayoutId id="2147483786" r:id="rId8"/>
    <p:sldLayoutId id="2147483787" r:id="rId9"/>
    <p:sldLayoutId id="2147483790" r:id="rId10"/>
    <p:sldLayoutId id="2147483836" r:id="rId11"/>
    <p:sldLayoutId id="2147483713" r:id="rId12"/>
    <p:sldLayoutId id="2147483732" r:id="rId13"/>
    <p:sldLayoutId id="2147483662" r:id="rId14"/>
    <p:sldLayoutId id="2147483679" r:id="rId15"/>
    <p:sldLayoutId id="2147483680" r:id="rId16"/>
    <p:sldLayoutId id="2147483801" r:id="rId17"/>
    <p:sldLayoutId id="2147483778" r:id="rId18"/>
    <p:sldLayoutId id="2147483803" r:id="rId19"/>
    <p:sldLayoutId id="2147483804" r:id="rId20"/>
    <p:sldLayoutId id="2147483777" r:id="rId21"/>
    <p:sldLayoutId id="2147483805" r:id="rId22"/>
    <p:sldLayoutId id="2147483689" r:id="rId23"/>
    <p:sldLayoutId id="2147483708" r:id="rId24"/>
    <p:sldLayoutId id="2147483707" r:id="rId25"/>
    <p:sldLayoutId id="2147483744" r:id="rId26"/>
    <p:sldLayoutId id="2147483691" r:id="rId27"/>
    <p:sldLayoutId id="2147483821" r:id="rId28"/>
    <p:sldLayoutId id="2147483694" r:id="rId29"/>
    <p:sldLayoutId id="2147483770" r:id="rId30"/>
    <p:sldLayoutId id="2147483769" r:id="rId31"/>
    <p:sldLayoutId id="2147483771" r:id="rId32"/>
    <p:sldLayoutId id="2147483693" r:id="rId33"/>
    <p:sldLayoutId id="2147483672" r:id="rId34"/>
    <p:sldLayoutId id="2147483809" r:id="rId35"/>
    <p:sldLayoutId id="2147483810" r:id="rId36"/>
    <p:sldLayoutId id="2147483740" r:id="rId37"/>
    <p:sldLayoutId id="2147483779" r:id="rId38"/>
    <p:sldLayoutId id="2147483811" r:id="rId39"/>
    <p:sldLayoutId id="2147483816" r:id="rId40"/>
    <p:sldLayoutId id="2147483757" r:id="rId41"/>
    <p:sldLayoutId id="2147483762" r:id="rId42"/>
    <p:sldLayoutId id="2147483820" r:id="rId43"/>
    <p:sldLayoutId id="2147483812" r:id="rId44"/>
    <p:sldLayoutId id="2147483814" r:id="rId45"/>
    <p:sldLayoutId id="2147483815" r:id="rId46"/>
    <p:sldLayoutId id="2147483667" r:id="rId47"/>
    <p:sldLayoutId id="2147483668" r:id="rId48"/>
    <p:sldLayoutId id="2147483669" r:id="rId49"/>
    <p:sldLayoutId id="2147483685" r:id="rId50"/>
    <p:sldLayoutId id="2147483730" r:id="rId51"/>
  </p:sldLayoutIdLst>
  <p:hf hdr="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EB118-770D-54CD-DDFF-E63EDCC41E7A}"/>
              </a:ext>
            </a:extLst>
          </p:cNvPr>
          <p:cNvSpPr>
            <a:spLocks noGrp="1"/>
          </p:cNvSpPr>
          <p:nvPr>
            <p:ph type="ctrTitle"/>
          </p:nvPr>
        </p:nvSpPr>
        <p:spPr>
          <a:xfrm>
            <a:off x="8247888" y="713232"/>
            <a:ext cx="3364992" cy="3227832"/>
          </a:xfrm>
        </p:spPr>
        <p:txBody>
          <a:bodyPr anchor="t">
            <a:normAutofit/>
          </a:bodyPr>
          <a:lstStyle/>
          <a:p>
            <a:r>
              <a:rPr lang="en-US" sz="3100"/>
              <a:t>Desenvolvimento de um Aplicativo Móvel para Auxiliar Consumidores com Restrições Alimentares</a:t>
            </a:r>
          </a:p>
        </p:txBody>
      </p:sp>
      <p:sp>
        <p:nvSpPr>
          <p:cNvPr id="3" name="Subtitle 2">
            <a:extLst>
              <a:ext uri="{FF2B5EF4-FFF2-40B4-BE49-F238E27FC236}">
                <a16:creationId xmlns:a16="http://schemas.microsoft.com/office/drawing/2014/main" id="{76A462EF-640D-3204-099F-F43925E73012}"/>
              </a:ext>
            </a:extLst>
          </p:cNvPr>
          <p:cNvSpPr>
            <a:spLocks noGrp="1"/>
          </p:cNvSpPr>
          <p:nvPr>
            <p:ph type="subTitle" idx="1"/>
          </p:nvPr>
        </p:nvSpPr>
        <p:spPr>
          <a:xfrm>
            <a:off x="8247888" y="5138927"/>
            <a:ext cx="3200400" cy="1197864"/>
          </a:xfrm>
        </p:spPr>
        <p:txBody>
          <a:bodyPr anchor="t">
            <a:normAutofit/>
          </a:bodyPr>
          <a:lstStyle/>
          <a:p>
            <a:r>
              <a:rPr lang="en-US"/>
              <a:t>Tecnologia facilitando escolhas alimentares seguras e saudáveis</a:t>
            </a:r>
          </a:p>
        </p:txBody>
      </p:sp>
      <p:pic>
        <p:nvPicPr>
          <p:cNvPr id="7" name="Picture 6" descr="Vista superior de um smartphone cercado por um grande grupo de compras como comida enlatada, frutas, vegetais, ovos, uma mamadeira de leite, frutas vermelhas, cogumelos, castanhas, massas, uma barra de chocolate e pão sobre fundo branco.">
            <a:extLst>
              <a:ext uri="{FF2B5EF4-FFF2-40B4-BE49-F238E27FC236}">
                <a16:creationId xmlns:a16="http://schemas.microsoft.com/office/drawing/2014/main" id="{74C3A1B7-5EEF-4792-93CE-1C8B34A1716E}"/>
              </a:ext>
            </a:extLst>
          </p:cNvPr>
          <p:cNvPicPr>
            <a:picLocks noChangeAspect="1"/>
          </p:cNvPicPr>
          <p:nvPr/>
        </p:nvPicPr>
        <p:blipFill>
          <a:blip r:embed="rId3"/>
          <a:srcRect t="18520" r="1" b="16066"/>
          <a:stretch>
            <a:fillRect/>
          </a:stretch>
        </p:blipFill>
        <p:spPr>
          <a:xfrm>
            <a:off x="20" y="10"/>
            <a:ext cx="7548431" cy="6857990"/>
          </a:xfrm>
          <a:prstGeom prst="rect">
            <a:avLst/>
          </a:prstGeom>
        </p:spPr>
      </p:pic>
      <p:sp>
        <p:nvSpPr>
          <p:cNvPr id="4" name="Footer Placeholder 3">
            <a:extLst>
              <a:ext uri="{FF2B5EF4-FFF2-40B4-BE49-F238E27FC236}">
                <a16:creationId xmlns:a16="http://schemas.microsoft.com/office/drawing/2014/main" id="{020832B2-FB27-6438-62AD-00182A75D37B}"/>
              </a:ext>
            </a:extLst>
          </p:cNvPr>
          <p:cNvSpPr>
            <a:spLocks noGrp="1"/>
          </p:cNvSpPr>
          <p:nvPr>
            <p:ph type="ftr" sz="quarter" idx="15"/>
          </p:nvPr>
        </p:nvSpPr>
        <p:spPr>
          <a:xfrm>
            <a:off x="8247888" y="6318504"/>
            <a:ext cx="2459736" cy="365760"/>
          </a:xfrm>
        </p:spPr>
        <p:txBody>
          <a:bodyPr anchor="ctr">
            <a:normAutofit/>
          </a:bodyPr>
          <a:lstStyle/>
          <a:p>
            <a:pPr rtl="0">
              <a:spcAft>
                <a:spcPts val="600"/>
              </a:spcAft>
            </a:pPr>
            <a:r>
              <a:rPr lang="pt-br"/>
              <a:t>Exemplo de Texto de Rodapé</a:t>
            </a:r>
            <a:endParaRPr lang="en-US"/>
          </a:p>
        </p:txBody>
      </p:sp>
      <p:sp>
        <p:nvSpPr>
          <p:cNvPr id="5" name="Date Placeholder 4">
            <a:extLst>
              <a:ext uri="{FF2B5EF4-FFF2-40B4-BE49-F238E27FC236}">
                <a16:creationId xmlns:a16="http://schemas.microsoft.com/office/drawing/2014/main" id="{4A62F43F-23B3-26A9-68A1-AEB372D77A1D}"/>
              </a:ext>
            </a:extLst>
          </p:cNvPr>
          <p:cNvSpPr>
            <a:spLocks noGrp="1"/>
          </p:cNvSpPr>
          <p:nvPr>
            <p:ph type="dt" sz="half" idx="14"/>
          </p:nvPr>
        </p:nvSpPr>
        <p:spPr>
          <a:xfrm>
            <a:off x="10707624" y="6318504"/>
            <a:ext cx="859536" cy="365760"/>
          </a:xfrm>
        </p:spPr>
        <p:txBody>
          <a:bodyPr anchor="ctr">
            <a:normAutofit/>
          </a:bodyPr>
          <a:lstStyle/>
          <a:p>
            <a:pPr rtl="0">
              <a:spcAft>
                <a:spcPts val="600"/>
              </a:spcAft>
            </a:pPr>
            <a:r>
              <a:rPr lang="en-US"/>
              <a:t>20/2/2025</a:t>
            </a:r>
          </a:p>
        </p:txBody>
      </p:sp>
      <p:sp>
        <p:nvSpPr>
          <p:cNvPr id="6" name="Slide Number Placeholder 5">
            <a:extLst>
              <a:ext uri="{FF2B5EF4-FFF2-40B4-BE49-F238E27FC236}">
                <a16:creationId xmlns:a16="http://schemas.microsoft.com/office/drawing/2014/main" id="{5E1F4C3C-A838-37DB-0DF8-D3EC6DBDA484}"/>
              </a:ext>
            </a:extLst>
          </p:cNvPr>
          <p:cNvSpPr>
            <a:spLocks noGrp="1"/>
          </p:cNvSpPr>
          <p:nvPr>
            <p:ph type="sldNum" sz="quarter" idx="16"/>
          </p:nvPr>
        </p:nvSpPr>
        <p:spPr>
          <a:xfrm>
            <a:off x="11484864" y="6318504"/>
            <a:ext cx="493776" cy="365760"/>
          </a:xfrm>
        </p:spPr>
        <p:txBody>
          <a:bodyPr anchor="ctr">
            <a:normAutofit/>
          </a:bodyPr>
          <a:lstStyle/>
          <a:p>
            <a:pPr rtl="0">
              <a:spcAft>
                <a:spcPts val="600"/>
              </a:spcAft>
            </a:pPr>
            <a:fld id="{CC057153-B650-4DEB-B370-79DDCFDCE934}" type="slidenum">
              <a:rPr lang="en-US" smtClean="0"/>
              <a:pPr rtl="0">
                <a:spcAft>
                  <a:spcPts val="600"/>
                </a:spcAft>
              </a:pPr>
              <a:t>1</a:t>
            </a:fld>
            <a:endParaRPr lang="en-US"/>
          </a:p>
        </p:txBody>
      </p:sp>
    </p:spTree>
    <p:extLst>
      <p:ext uri="{BB962C8B-B14F-4D97-AF65-F5344CB8AC3E}">
        <p14:creationId xmlns:p14="http://schemas.microsoft.com/office/powerpoint/2010/main" val="1636817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719EF-9E66-A1C4-4295-6BD01FEFDB2A}"/>
              </a:ext>
            </a:extLst>
          </p:cNvPr>
          <p:cNvSpPr>
            <a:spLocks noGrp="1"/>
          </p:cNvSpPr>
          <p:nvPr>
            <p:ph type="title"/>
          </p:nvPr>
        </p:nvSpPr>
        <p:spPr>
          <a:xfrm>
            <a:off x="612648" y="2093976"/>
            <a:ext cx="6528816" cy="4178808"/>
          </a:xfrm>
        </p:spPr>
        <p:txBody>
          <a:bodyPr anchor="b">
            <a:normAutofit/>
          </a:bodyPr>
          <a:lstStyle/>
          <a:p>
            <a:r>
              <a:rPr lang="en-US"/>
              <a:t>Contextualização do Projeto</a:t>
            </a:r>
          </a:p>
        </p:txBody>
      </p:sp>
      <p:sp>
        <p:nvSpPr>
          <p:cNvPr id="4" name="Footer Placeholder 3">
            <a:extLst>
              <a:ext uri="{FF2B5EF4-FFF2-40B4-BE49-F238E27FC236}">
                <a16:creationId xmlns:a16="http://schemas.microsoft.com/office/drawing/2014/main" id="{E6F861ED-4BB3-0D64-F2D9-17A3A010095A}"/>
              </a:ext>
            </a:extLst>
          </p:cNvPr>
          <p:cNvSpPr>
            <a:spLocks noGrp="1"/>
          </p:cNvSpPr>
          <p:nvPr>
            <p:ph type="ftr" sz="quarter" idx="11"/>
          </p:nvPr>
        </p:nvSpPr>
        <p:spPr>
          <a:xfrm>
            <a:off x="612648" y="6318504"/>
            <a:ext cx="4096512" cy="365760"/>
          </a:xfrm>
        </p:spPr>
        <p:txBody>
          <a:bodyPr anchor="ctr">
            <a:normAutofit/>
          </a:bodyPr>
          <a:lstStyle/>
          <a:p>
            <a:pPr rtl="0">
              <a:spcAft>
                <a:spcPts val="600"/>
              </a:spcAft>
            </a:pPr>
            <a:r>
              <a:rPr lang="pt-br"/>
              <a:t>Exemplo de Texto de Rodapé</a:t>
            </a:r>
            <a:endParaRPr lang="en-US"/>
          </a:p>
        </p:txBody>
      </p:sp>
      <p:sp>
        <p:nvSpPr>
          <p:cNvPr id="5" name="Date Placeholder 4">
            <a:extLst>
              <a:ext uri="{FF2B5EF4-FFF2-40B4-BE49-F238E27FC236}">
                <a16:creationId xmlns:a16="http://schemas.microsoft.com/office/drawing/2014/main" id="{ECED2A1E-3216-CBA6-7A52-24DF46DAA7ED}"/>
              </a:ext>
            </a:extLst>
          </p:cNvPr>
          <p:cNvSpPr>
            <a:spLocks noGrp="1"/>
          </p:cNvSpPr>
          <p:nvPr>
            <p:ph type="dt" sz="half" idx="10"/>
          </p:nvPr>
        </p:nvSpPr>
        <p:spPr>
          <a:xfrm>
            <a:off x="8430768" y="6318504"/>
            <a:ext cx="3136392" cy="365760"/>
          </a:xfrm>
        </p:spPr>
        <p:txBody>
          <a:bodyPr anchor="ctr">
            <a:normAutofit/>
          </a:bodyPr>
          <a:lstStyle/>
          <a:p>
            <a:pPr rtl="0">
              <a:spcAft>
                <a:spcPts val="600"/>
              </a:spcAft>
            </a:pPr>
            <a:r>
              <a:rPr lang="en-US"/>
              <a:t>20/2/2025</a:t>
            </a:r>
          </a:p>
        </p:txBody>
      </p:sp>
      <p:sp>
        <p:nvSpPr>
          <p:cNvPr id="6" name="Slide Number Placeholder 5">
            <a:extLst>
              <a:ext uri="{FF2B5EF4-FFF2-40B4-BE49-F238E27FC236}">
                <a16:creationId xmlns:a16="http://schemas.microsoft.com/office/drawing/2014/main" id="{63DF1288-C301-1487-529B-FD448340786A}"/>
              </a:ext>
            </a:extLst>
          </p:cNvPr>
          <p:cNvSpPr>
            <a:spLocks noGrp="1"/>
          </p:cNvSpPr>
          <p:nvPr>
            <p:ph type="sldNum" sz="quarter" idx="12"/>
          </p:nvPr>
        </p:nvSpPr>
        <p:spPr>
          <a:xfrm>
            <a:off x="11484864" y="6318504"/>
            <a:ext cx="493776" cy="365760"/>
          </a:xfrm>
        </p:spPr>
        <p:txBody>
          <a:bodyPr anchor="ctr">
            <a:normAutofit/>
          </a:bodyPr>
          <a:lstStyle/>
          <a:p>
            <a:pPr rtl="0">
              <a:spcAft>
                <a:spcPts val="600"/>
              </a:spcAft>
            </a:pPr>
            <a:fld id="{CC057153-B650-4DEB-B370-79DDCFDCE934}" type="slidenum">
              <a:rPr lang="en-US" smtClean="0"/>
              <a:pPr rtl="0">
                <a:spcAft>
                  <a:spcPts val="600"/>
                </a:spcAft>
              </a:pPr>
              <a:t>2</a:t>
            </a:fld>
            <a:endParaRPr lang="en-US"/>
          </a:p>
        </p:txBody>
      </p:sp>
    </p:spTree>
    <p:extLst>
      <p:ext uri="{BB962C8B-B14F-4D97-AF65-F5344CB8AC3E}">
        <p14:creationId xmlns:p14="http://schemas.microsoft.com/office/powerpoint/2010/main" val="34584139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1DE56-500F-CC2E-B1FD-31B0135C324F}"/>
              </a:ext>
            </a:extLst>
          </p:cNvPr>
          <p:cNvSpPr>
            <a:spLocks noGrp="1"/>
          </p:cNvSpPr>
          <p:nvPr>
            <p:ph type="title"/>
          </p:nvPr>
        </p:nvSpPr>
        <p:spPr>
          <a:xfrm>
            <a:off x="6272783" y="722376"/>
            <a:ext cx="5138927" cy="1581912"/>
          </a:xfrm>
        </p:spPr>
        <p:txBody>
          <a:bodyPr vert="horz" lIns="91440" tIns="45720" rIns="91440" bIns="45720" rtlCol="0" anchor="b">
            <a:normAutofit/>
          </a:bodyPr>
          <a:lstStyle/>
          <a:p>
            <a:r>
              <a:rPr lang="en-US" sz="4700"/>
              <a:t>Definição do Tema e Contexto Social</a:t>
            </a:r>
          </a:p>
        </p:txBody>
      </p:sp>
      <p:pic>
        <p:nvPicPr>
          <p:cNvPr id="7" name="Content Placeholder 6" descr="Lista de compras no smartphone">
            <a:extLst>
              <a:ext uri="{FF2B5EF4-FFF2-40B4-BE49-F238E27FC236}">
                <a16:creationId xmlns:a16="http://schemas.microsoft.com/office/drawing/2014/main" id="{443A949C-D706-45F9-B2A6-6ED102F938A0}"/>
              </a:ext>
            </a:extLst>
          </p:cNvPr>
          <p:cNvPicPr>
            <a:picLocks noGrp="1" noChangeAspect="1"/>
          </p:cNvPicPr>
          <p:nvPr>
            <p:ph type="pic" sz="quarter" idx="17"/>
          </p:nvPr>
        </p:nvPicPr>
        <p:blipFill>
          <a:blip r:embed="rId3"/>
          <a:srcRect l="13543" r="33768" b="-1"/>
          <a:stretch>
            <a:fillRect/>
          </a:stretch>
        </p:blipFill>
        <p:spPr>
          <a:xfrm>
            <a:off x="119307" y="10"/>
            <a:ext cx="5413248" cy="6857990"/>
          </a:xfrm>
        </p:spPr>
      </p:pic>
      <p:sp>
        <p:nvSpPr>
          <p:cNvPr id="8" name="TextBox 7">
            <a:extLst>
              <a:ext uri="{FF2B5EF4-FFF2-40B4-BE49-F238E27FC236}">
                <a16:creationId xmlns:a16="http://schemas.microsoft.com/office/drawing/2014/main" id="{AD1CA3AD-C915-4792-A8BB-04A13C8671D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72784" y="2834640"/>
            <a:ext cx="5138928" cy="2999232"/>
          </a:xfrm>
          <a:prstGeom prst="rect">
            <a:avLst/>
          </a:prstGeom>
        </p:spPr>
        <p:txBody>
          <a:bodyPr>
            <a:normAutofit/>
          </a:bodyPr>
          <a:lstStyle/>
          <a:p>
            <a:pPr marL="0" indent="0">
              <a:lnSpc>
                <a:spcPct val="90000"/>
              </a:lnSpc>
              <a:spcBef>
                <a:spcPts val="2500"/>
              </a:spcBef>
              <a:spcAft>
                <a:spcPts val="600"/>
              </a:spcAft>
              <a:buFont typeface="+mj-lt"/>
              <a:buNone/>
            </a:pPr>
            <a:r>
              <a:rPr lang="en-US" sz="1200" b="1"/>
              <a:t>Desafios dos Consumidores</a:t>
            </a:r>
          </a:p>
          <a:p>
            <a:pPr marL="0" lvl="1" indent="0">
              <a:lnSpc>
                <a:spcPct val="90000"/>
              </a:lnSpc>
              <a:spcBef>
                <a:spcPts val="1000"/>
              </a:spcBef>
              <a:spcAft>
                <a:spcPts val="600"/>
              </a:spcAft>
              <a:buFont typeface="+mj-lt"/>
              <a:buNone/>
            </a:pPr>
            <a:r>
              <a:rPr lang="en-US" sz="1200"/>
              <a:t>Pessoas com restrições alimentares enfrentam dificuldades para identificar produtos seguros devido a informações complexas nos rótulos.</a:t>
            </a:r>
          </a:p>
          <a:p>
            <a:pPr marL="0" indent="0">
              <a:lnSpc>
                <a:spcPct val="90000"/>
              </a:lnSpc>
              <a:spcBef>
                <a:spcPts val="2500"/>
              </a:spcBef>
              <a:spcAft>
                <a:spcPts val="600"/>
              </a:spcAft>
              <a:buFont typeface="+mj-lt"/>
              <a:buNone/>
            </a:pPr>
            <a:r>
              <a:rPr lang="en-US" sz="1200" b="1"/>
              <a:t>Importância da Tecnologia</a:t>
            </a:r>
          </a:p>
          <a:p>
            <a:pPr marL="0" lvl="1" indent="0">
              <a:lnSpc>
                <a:spcPct val="90000"/>
              </a:lnSpc>
              <a:spcBef>
                <a:spcPts val="1000"/>
              </a:spcBef>
              <a:spcAft>
                <a:spcPts val="600"/>
              </a:spcAft>
              <a:buFont typeface="+mj-lt"/>
              <a:buNone/>
            </a:pPr>
            <a:r>
              <a:rPr lang="en-US" sz="1200"/>
              <a:t>A tecnologia facilita a inclusão e torna a decisão de compra mais simples e acessível para consumidores com restrições alimentares.</a:t>
            </a:r>
          </a:p>
          <a:p>
            <a:pPr marL="0" indent="0">
              <a:lnSpc>
                <a:spcPct val="90000"/>
              </a:lnSpc>
              <a:spcBef>
                <a:spcPts val="2500"/>
              </a:spcBef>
              <a:spcAft>
                <a:spcPts val="600"/>
              </a:spcAft>
              <a:buFont typeface="+mj-lt"/>
              <a:buNone/>
            </a:pPr>
            <a:r>
              <a:rPr lang="en-US" sz="1200" b="1"/>
              <a:t>Objetivos do Projeto</a:t>
            </a:r>
          </a:p>
          <a:p>
            <a:pPr marL="0" lvl="1" indent="0">
              <a:lnSpc>
                <a:spcPct val="90000"/>
              </a:lnSpc>
              <a:spcBef>
                <a:spcPts val="1000"/>
              </a:spcBef>
              <a:spcAft>
                <a:spcPts val="600"/>
              </a:spcAft>
              <a:buFont typeface="+mj-lt"/>
              <a:buNone/>
            </a:pPr>
            <a:r>
              <a:rPr lang="en-US" sz="1200"/>
              <a:t>Promover segurança alimentar, autonomia do consumidor e melhorar a experiência de compra com informações claras e personalizadas.</a:t>
            </a:r>
          </a:p>
        </p:txBody>
      </p:sp>
      <p:sp>
        <p:nvSpPr>
          <p:cNvPr id="4" name="Footer Placeholder 3">
            <a:extLst>
              <a:ext uri="{FF2B5EF4-FFF2-40B4-BE49-F238E27FC236}">
                <a16:creationId xmlns:a16="http://schemas.microsoft.com/office/drawing/2014/main" id="{2D56DCAD-1FDE-0811-E037-0F823FD425D4}"/>
              </a:ext>
            </a:extLst>
          </p:cNvPr>
          <p:cNvSpPr>
            <a:spLocks noGrp="1"/>
          </p:cNvSpPr>
          <p:nvPr>
            <p:ph type="ftr" sz="quarter" idx="15"/>
          </p:nvPr>
        </p:nvSpPr>
        <p:spPr>
          <a:xfrm>
            <a:off x="6272784" y="6318504"/>
            <a:ext cx="3569956" cy="365760"/>
          </a:xfrm>
        </p:spPr>
        <p:txBody>
          <a:bodyPr vert="horz" lIns="91440" tIns="45720" rIns="91440" bIns="45720" rtlCol="0" anchor="ctr">
            <a:normAutofit/>
          </a:bodyPr>
          <a:lstStyle/>
          <a:p>
            <a:pPr>
              <a:spcAft>
                <a:spcPts val="600"/>
              </a:spcAft>
            </a:pPr>
            <a:r>
              <a:rPr lang="pt-br" kern="1200">
                <a:latin typeface="+mn-lt"/>
                <a:ea typeface="+mn-ea"/>
                <a:cs typeface="+mn-cs"/>
              </a:rPr>
              <a:t>Exemplo de Texto de Rodapé</a:t>
            </a:r>
          </a:p>
        </p:txBody>
      </p:sp>
      <p:sp>
        <p:nvSpPr>
          <p:cNvPr id="5" name="Date Placeholder 4">
            <a:extLst>
              <a:ext uri="{FF2B5EF4-FFF2-40B4-BE49-F238E27FC236}">
                <a16:creationId xmlns:a16="http://schemas.microsoft.com/office/drawing/2014/main" id="{05F5D5B4-6896-F454-1BDA-A92171A289EA}"/>
              </a:ext>
            </a:extLst>
          </p:cNvPr>
          <p:cNvSpPr>
            <a:spLocks noGrp="1"/>
          </p:cNvSpPr>
          <p:nvPr>
            <p:ph type="dt" sz="half" idx="14"/>
          </p:nvPr>
        </p:nvSpPr>
        <p:spPr>
          <a:xfrm>
            <a:off x="10075652" y="6318504"/>
            <a:ext cx="1491507" cy="365760"/>
          </a:xfrm>
        </p:spPr>
        <p:txBody>
          <a:bodyPr vert="horz" lIns="91440" tIns="45720" rIns="91440" bIns="45720" rtlCol="0" anchor="ctr">
            <a:normAutofit/>
          </a:bodyPr>
          <a:lstStyle/>
          <a:p>
            <a:pPr>
              <a:spcAft>
                <a:spcPts val="600"/>
              </a:spcAft>
            </a:pPr>
            <a:r>
              <a:rPr lang="en-US" kern="1200">
                <a:latin typeface="+mn-lt"/>
                <a:ea typeface="+mn-ea"/>
                <a:cs typeface="+mn-cs"/>
              </a:rPr>
              <a:t>20/2/2025</a:t>
            </a:r>
          </a:p>
        </p:txBody>
      </p:sp>
      <p:sp>
        <p:nvSpPr>
          <p:cNvPr id="6" name="Slide Number Placeholder 5">
            <a:extLst>
              <a:ext uri="{FF2B5EF4-FFF2-40B4-BE49-F238E27FC236}">
                <a16:creationId xmlns:a16="http://schemas.microsoft.com/office/drawing/2014/main" id="{87BBDBF8-1B3D-570E-0814-00A3AB4C7D73}"/>
              </a:ext>
            </a:extLst>
          </p:cNvPr>
          <p:cNvSpPr>
            <a:spLocks noGrp="1"/>
          </p:cNvSpPr>
          <p:nvPr>
            <p:ph type="sldNum" sz="quarter" idx="16"/>
          </p:nvPr>
        </p:nvSpPr>
        <p:spPr>
          <a:xfrm>
            <a:off x="11484864" y="6318504"/>
            <a:ext cx="493776" cy="365760"/>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3</a:t>
            </a:fld>
            <a:endParaRPr lang="en-US"/>
          </a:p>
        </p:txBody>
      </p:sp>
    </p:spTree>
    <p:extLst>
      <p:ext uri="{BB962C8B-B14F-4D97-AF65-F5344CB8AC3E}">
        <p14:creationId xmlns:p14="http://schemas.microsoft.com/office/powerpoint/2010/main" val="38203101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B80D-22E1-D027-3E8F-80F343495F5B}"/>
              </a:ext>
            </a:extLst>
          </p:cNvPr>
          <p:cNvSpPr>
            <a:spLocks noGrp="1"/>
          </p:cNvSpPr>
          <p:nvPr>
            <p:ph type="title"/>
          </p:nvPr>
        </p:nvSpPr>
        <p:spPr>
          <a:xfrm>
            <a:off x="612648" y="2093976"/>
            <a:ext cx="6528816" cy="4178808"/>
          </a:xfrm>
        </p:spPr>
        <p:txBody>
          <a:bodyPr anchor="b">
            <a:normAutofit/>
          </a:bodyPr>
          <a:lstStyle/>
          <a:p>
            <a:r>
              <a:rPr lang="en-US"/>
              <a:t>Problema e Motivação</a:t>
            </a:r>
          </a:p>
        </p:txBody>
      </p:sp>
      <p:sp>
        <p:nvSpPr>
          <p:cNvPr id="4" name="Footer Placeholder 3">
            <a:extLst>
              <a:ext uri="{FF2B5EF4-FFF2-40B4-BE49-F238E27FC236}">
                <a16:creationId xmlns:a16="http://schemas.microsoft.com/office/drawing/2014/main" id="{9C83E824-E99F-F9A2-BD0A-A484B8C781AC}"/>
              </a:ext>
            </a:extLst>
          </p:cNvPr>
          <p:cNvSpPr>
            <a:spLocks noGrp="1"/>
          </p:cNvSpPr>
          <p:nvPr>
            <p:ph type="ftr" sz="quarter" idx="11"/>
          </p:nvPr>
        </p:nvSpPr>
        <p:spPr>
          <a:xfrm>
            <a:off x="612648" y="6318504"/>
            <a:ext cx="4096512" cy="365760"/>
          </a:xfrm>
        </p:spPr>
        <p:txBody>
          <a:bodyPr anchor="ctr">
            <a:normAutofit/>
          </a:bodyPr>
          <a:lstStyle/>
          <a:p>
            <a:pPr rtl="0">
              <a:spcAft>
                <a:spcPts val="600"/>
              </a:spcAft>
            </a:pPr>
            <a:r>
              <a:rPr lang="pt-br"/>
              <a:t>Exemplo de Texto de Rodapé</a:t>
            </a:r>
            <a:endParaRPr lang="en-US"/>
          </a:p>
        </p:txBody>
      </p:sp>
      <p:sp>
        <p:nvSpPr>
          <p:cNvPr id="5" name="Date Placeholder 4">
            <a:extLst>
              <a:ext uri="{FF2B5EF4-FFF2-40B4-BE49-F238E27FC236}">
                <a16:creationId xmlns:a16="http://schemas.microsoft.com/office/drawing/2014/main" id="{88427559-8EAF-65F2-043A-B04D9EBB828A}"/>
              </a:ext>
            </a:extLst>
          </p:cNvPr>
          <p:cNvSpPr>
            <a:spLocks noGrp="1"/>
          </p:cNvSpPr>
          <p:nvPr>
            <p:ph type="dt" sz="half" idx="10"/>
          </p:nvPr>
        </p:nvSpPr>
        <p:spPr>
          <a:xfrm>
            <a:off x="8430768" y="6318504"/>
            <a:ext cx="3136392" cy="365760"/>
          </a:xfrm>
        </p:spPr>
        <p:txBody>
          <a:bodyPr anchor="ctr">
            <a:normAutofit/>
          </a:bodyPr>
          <a:lstStyle/>
          <a:p>
            <a:pPr rtl="0">
              <a:spcAft>
                <a:spcPts val="600"/>
              </a:spcAft>
            </a:pPr>
            <a:r>
              <a:rPr lang="en-US"/>
              <a:t>20/2/2025</a:t>
            </a:r>
          </a:p>
        </p:txBody>
      </p:sp>
      <p:sp>
        <p:nvSpPr>
          <p:cNvPr id="6" name="Slide Number Placeholder 5">
            <a:extLst>
              <a:ext uri="{FF2B5EF4-FFF2-40B4-BE49-F238E27FC236}">
                <a16:creationId xmlns:a16="http://schemas.microsoft.com/office/drawing/2014/main" id="{9A26CC25-D579-1142-FE4E-13372D59793C}"/>
              </a:ext>
            </a:extLst>
          </p:cNvPr>
          <p:cNvSpPr>
            <a:spLocks noGrp="1"/>
          </p:cNvSpPr>
          <p:nvPr>
            <p:ph type="sldNum" sz="quarter" idx="12"/>
          </p:nvPr>
        </p:nvSpPr>
        <p:spPr>
          <a:xfrm>
            <a:off x="11484864" y="6318504"/>
            <a:ext cx="493776" cy="365760"/>
          </a:xfrm>
        </p:spPr>
        <p:txBody>
          <a:bodyPr anchor="ctr">
            <a:normAutofit/>
          </a:bodyPr>
          <a:lstStyle/>
          <a:p>
            <a:pPr rtl="0">
              <a:spcAft>
                <a:spcPts val="600"/>
              </a:spcAft>
            </a:pPr>
            <a:fld id="{CC057153-B650-4DEB-B370-79DDCFDCE934}" type="slidenum">
              <a:rPr lang="en-US" smtClean="0"/>
              <a:pPr rtl="0">
                <a:spcAft>
                  <a:spcPts val="600"/>
                </a:spcAft>
              </a:pPr>
              <a:t>4</a:t>
            </a:fld>
            <a:endParaRPr lang="en-US"/>
          </a:p>
        </p:txBody>
      </p:sp>
    </p:spTree>
    <p:extLst>
      <p:ext uri="{BB962C8B-B14F-4D97-AF65-F5344CB8AC3E}">
        <p14:creationId xmlns:p14="http://schemas.microsoft.com/office/powerpoint/2010/main" val="16781717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DF71-448D-D85A-2598-94F9BB0C027B}"/>
              </a:ext>
            </a:extLst>
          </p:cNvPr>
          <p:cNvSpPr>
            <a:spLocks noGrp="1"/>
          </p:cNvSpPr>
          <p:nvPr>
            <p:ph type="title"/>
          </p:nvPr>
        </p:nvSpPr>
        <p:spPr>
          <a:xfrm>
            <a:off x="137159" y="151598"/>
            <a:ext cx="11924209" cy="528186"/>
          </a:xfrm>
        </p:spPr>
        <p:txBody>
          <a:bodyPr anchor="ctr">
            <a:normAutofit/>
          </a:bodyPr>
          <a:lstStyle/>
          <a:p>
            <a:r>
              <a:rPr lang="en-US"/>
              <a:t>Problema a Ser Resolvido e Motivação do Projeto</a:t>
            </a:r>
          </a:p>
        </p:txBody>
      </p:sp>
      <p:sp>
        <p:nvSpPr>
          <p:cNvPr id="8" name="TextBox 7">
            <a:extLst>
              <a:ext uri="{FF2B5EF4-FFF2-40B4-BE49-F238E27FC236}">
                <a16:creationId xmlns:a16="http://schemas.microsoft.com/office/drawing/2014/main" id="{F71E2B19-A57B-461B-B53D-FA2F9E6FD6C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37159" y="776036"/>
            <a:ext cx="5866854" cy="5676965"/>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Desafios para Consumidores</a:t>
            </a:r>
          </a:p>
          <a:p>
            <a:pPr marL="0" lvl="1" indent="0">
              <a:spcBef>
                <a:spcPts val="1000"/>
              </a:spcBef>
              <a:spcAft>
                <a:spcPts val="600"/>
              </a:spcAft>
              <a:buFont typeface="Arial" panose="020B0604020202020204" pitchFamily="34" charset="0"/>
              <a:buNone/>
            </a:pPr>
            <a:r>
              <a:rPr lang="en-US" sz="1400"/>
              <a:t>Consumidores enfrentam dificuldade para entender rótulos complexos e termos técnicos em embalagens alimentares.</a:t>
            </a:r>
          </a:p>
          <a:p>
            <a:pPr marL="0" indent="0">
              <a:spcBef>
                <a:spcPts val="2500"/>
              </a:spcBef>
              <a:spcAft>
                <a:spcPts val="600"/>
              </a:spcAft>
              <a:buFont typeface="Arial" panose="020B0604020202020204" pitchFamily="34" charset="0"/>
              <a:buNone/>
            </a:pPr>
            <a:r>
              <a:rPr lang="en-US" sz="1400" b="1"/>
              <a:t>Riscos à Saúde</a:t>
            </a:r>
          </a:p>
          <a:p>
            <a:pPr marL="0" lvl="1" indent="0">
              <a:spcBef>
                <a:spcPts val="1000"/>
              </a:spcBef>
              <a:spcAft>
                <a:spcPts val="600"/>
              </a:spcAft>
              <a:buFont typeface="Arial" panose="020B0604020202020204" pitchFamily="34" charset="0"/>
              <a:buNone/>
            </a:pPr>
            <a:r>
              <a:rPr lang="en-US" sz="1400"/>
              <a:t>Erros na identificação de ingredientes podem causar reações alérgicas e problemas metabólicos graves.</a:t>
            </a:r>
          </a:p>
          <a:p>
            <a:pPr marL="0" indent="0">
              <a:spcBef>
                <a:spcPts val="2500"/>
              </a:spcBef>
              <a:spcAft>
                <a:spcPts val="600"/>
              </a:spcAft>
              <a:buFont typeface="Arial" panose="020B0604020202020204" pitchFamily="34" charset="0"/>
              <a:buNone/>
            </a:pPr>
            <a:r>
              <a:rPr lang="en-US" sz="1400" b="1"/>
              <a:t>Solução do Projeto</a:t>
            </a:r>
          </a:p>
          <a:p>
            <a:pPr marL="0" lvl="1" indent="0">
              <a:spcBef>
                <a:spcPts val="1000"/>
              </a:spcBef>
              <a:spcAft>
                <a:spcPts val="600"/>
              </a:spcAft>
              <a:buFont typeface="Arial" panose="020B0604020202020204" pitchFamily="34" charset="0"/>
              <a:buNone/>
            </a:pPr>
            <a:r>
              <a:rPr lang="en-US" sz="1400"/>
              <a:t>Aplicativo analisa código de barras e ingredientes para ajudar na decisão de compra segura para dietas restritas.</a:t>
            </a:r>
          </a:p>
          <a:p>
            <a:pPr marL="0" indent="0">
              <a:spcBef>
                <a:spcPts val="2500"/>
              </a:spcBef>
              <a:spcAft>
                <a:spcPts val="600"/>
              </a:spcAft>
              <a:buFont typeface="Arial" panose="020B0604020202020204" pitchFamily="34" charset="0"/>
              <a:buNone/>
            </a:pPr>
            <a:r>
              <a:rPr lang="en-US" sz="1400" b="1"/>
              <a:t>Impacto Social Positivo</a:t>
            </a:r>
          </a:p>
          <a:p>
            <a:pPr marL="0" lvl="1" indent="0">
              <a:spcBef>
                <a:spcPts val="1000"/>
              </a:spcBef>
              <a:spcAft>
                <a:spcPts val="600"/>
              </a:spcAft>
              <a:buFont typeface="Arial" panose="020B0604020202020204" pitchFamily="34" charset="0"/>
              <a:buNone/>
            </a:pPr>
            <a:r>
              <a:rPr lang="en-US" sz="1400"/>
              <a:t>A solução promove inclusão alimentar, autonomia e melhora a qualidade de vida de milhões de pessoas.</a:t>
            </a:r>
          </a:p>
        </p:txBody>
      </p:sp>
      <p:sp>
        <p:nvSpPr>
          <p:cNvPr id="4" name="Footer Placeholder 3">
            <a:extLst>
              <a:ext uri="{FF2B5EF4-FFF2-40B4-BE49-F238E27FC236}">
                <a16:creationId xmlns:a16="http://schemas.microsoft.com/office/drawing/2014/main" id="{EBC0DCF8-54C8-230B-95C7-3BBD60762672}"/>
              </a:ext>
            </a:extLst>
          </p:cNvPr>
          <p:cNvSpPr>
            <a:spLocks noGrp="1"/>
          </p:cNvSpPr>
          <p:nvPr>
            <p:ph type="ftr" sz="quarter" idx="11"/>
          </p:nvPr>
        </p:nvSpPr>
        <p:spPr>
          <a:xfrm>
            <a:off x="137160" y="6428232"/>
            <a:ext cx="4096512" cy="365760"/>
          </a:xfrm>
        </p:spPr>
        <p:txBody>
          <a:bodyPr vert="horz" lIns="91440" tIns="45720" rIns="91440" bIns="45720" rtlCol="0" anchor="ctr">
            <a:normAutofit/>
          </a:bodyPr>
          <a:lstStyle/>
          <a:p>
            <a:pPr>
              <a:spcAft>
                <a:spcPts val="600"/>
              </a:spcAft>
            </a:pPr>
            <a:r>
              <a:rPr lang="pt-br" kern="1200">
                <a:latin typeface="+mn-lt"/>
                <a:ea typeface="+mn-ea"/>
                <a:cs typeface="+mn-cs"/>
              </a:rPr>
              <a:t>Exemplo de Texto de Rodapé</a:t>
            </a:r>
          </a:p>
        </p:txBody>
      </p:sp>
      <p:sp>
        <p:nvSpPr>
          <p:cNvPr id="5" name="Date Placeholder 4">
            <a:extLst>
              <a:ext uri="{FF2B5EF4-FFF2-40B4-BE49-F238E27FC236}">
                <a16:creationId xmlns:a16="http://schemas.microsoft.com/office/drawing/2014/main" id="{6E867D04-570A-6BB0-3568-BDD5CF8799DF}"/>
              </a:ext>
            </a:extLst>
          </p:cNvPr>
          <p:cNvSpPr>
            <a:spLocks noGrp="1"/>
          </p:cNvSpPr>
          <p:nvPr>
            <p:ph type="dt" sz="half" idx="10"/>
          </p:nvPr>
        </p:nvSpPr>
        <p:spPr>
          <a:xfrm>
            <a:off x="8513496" y="6428232"/>
            <a:ext cx="3136392" cy="365760"/>
          </a:xfrm>
        </p:spPr>
        <p:txBody>
          <a:bodyPr vert="horz" lIns="91440" tIns="45720" rIns="91440" bIns="45720" rtlCol="0" anchor="ctr">
            <a:normAutofit/>
          </a:bodyPr>
          <a:lstStyle/>
          <a:p>
            <a:pPr>
              <a:spcAft>
                <a:spcPts val="600"/>
              </a:spcAft>
            </a:pPr>
            <a:r>
              <a:rPr lang="en-US" kern="1200">
                <a:latin typeface="+mn-lt"/>
                <a:ea typeface="+mn-ea"/>
                <a:cs typeface="+mn-cs"/>
              </a:rPr>
              <a:t>20/2/2025</a:t>
            </a:r>
          </a:p>
        </p:txBody>
      </p:sp>
      <p:sp>
        <p:nvSpPr>
          <p:cNvPr id="6" name="Slide Number Placeholder 5">
            <a:extLst>
              <a:ext uri="{FF2B5EF4-FFF2-40B4-BE49-F238E27FC236}">
                <a16:creationId xmlns:a16="http://schemas.microsoft.com/office/drawing/2014/main" id="{D8C68721-1A3D-DBEA-262B-8FCA2D7CBCA8}"/>
              </a:ext>
            </a:extLst>
          </p:cNvPr>
          <p:cNvSpPr>
            <a:spLocks noGrp="1"/>
          </p:cNvSpPr>
          <p:nvPr>
            <p:ph type="sldNum" sz="quarter" idx="12"/>
          </p:nvPr>
        </p:nvSpPr>
        <p:spPr>
          <a:xfrm>
            <a:off x="11567592" y="6428232"/>
            <a:ext cx="493776" cy="365760"/>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5</a:t>
            </a:fld>
            <a:endParaRPr lang="en-US"/>
          </a:p>
        </p:txBody>
      </p:sp>
      <p:pic>
        <p:nvPicPr>
          <p:cNvPr id="7" name="Content Placeholder 6" descr="Viajando durante a pandemia de COVID-19: Mulher usando o aplicativo de passaporte digital no celular e empacotando roupas com a mala aberta.">
            <a:extLst>
              <a:ext uri="{FF2B5EF4-FFF2-40B4-BE49-F238E27FC236}">
                <a16:creationId xmlns:a16="http://schemas.microsoft.com/office/drawing/2014/main" id="{E469C59B-9008-4FCD-A7A3-58BED7DBCF9C}"/>
              </a:ext>
            </a:extLst>
          </p:cNvPr>
          <p:cNvPicPr>
            <a:picLocks noGrp="1" noChangeAspect="1"/>
          </p:cNvPicPr>
          <p:nvPr>
            <p:ph idx="1"/>
          </p:nvPr>
        </p:nvPicPr>
        <p:blipFill>
          <a:blip r:embed="rId3"/>
          <a:srcRect l="34124" r="10327" b="-2"/>
          <a:stretch>
            <a:fillRect/>
          </a:stretch>
        </p:blipFill>
        <p:spPr>
          <a:xfrm>
            <a:off x="6194513" y="776036"/>
            <a:ext cx="5866854" cy="5676965"/>
          </a:xfrm>
        </p:spPr>
      </p:pic>
    </p:spTree>
    <p:extLst>
      <p:ext uri="{BB962C8B-B14F-4D97-AF65-F5344CB8AC3E}">
        <p14:creationId xmlns:p14="http://schemas.microsoft.com/office/powerpoint/2010/main" val="28243221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65D75-DE7A-31F8-4F39-27A76936CDFE}"/>
              </a:ext>
            </a:extLst>
          </p:cNvPr>
          <p:cNvSpPr>
            <a:spLocks noGrp="1"/>
          </p:cNvSpPr>
          <p:nvPr>
            <p:ph type="title"/>
          </p:nvPr>
        </p:nvSpPr>
        <p:spPr>
          <a:xfrm>
            <a:off x="612648" y="2093976"/>
            <a:ext cx="6528816" cy="4178808"/>
          </a:xfrm>
        </p:spPr>
        <p:txBody>
          <a:bodyPr anchor="b">
            <a:normAutofit/>
          </a:bodyPr>
          <a:lstStyle/>
          <a:p>
            <a:r>
              <a:rPr lang="en-US"/>
              <a:t>Proposta de Valor</a:t>
            </a:r>
          </a:p>
        </p:txBody>
      </p:sp>
      <p:sp>
        <p:nvSpPr>
          <p:cNvPr id="4" name="Footer Placeholder 3">
            <a:extLst>
              <a:ext uri="{FF2B5EF4-FFF2-40B4-BE49-F238E27FC236}">
                <a16:creationId xmlns:a16="http://schemas.microsoft.com/office/drawing/2014/main" id="{0DD5D5B2-FE21-FBB5-3077-DDC30D78D54D}"/>
              </a:ext>
            </a:extLst>
          </p:cNvPr>
          <p:cNvSpPr>
            <a:spLocks noGrp="1"/>
          </p:cNvSpPr>
          <p:nvPr>
            <p:ph type="ftr" sz="quarter" idx="11"/>
          </p:nvPr>
        </p:nvSpPr>
        <p:spPr>
          <a:xfrm>
            <a:off x="612648" y="6318504"/>
            <a:ext cx="4096512" cy="365760"/>
          </a:xfrm>
        </p:spPr>
        <p:txBody>
          <a:bodyPr anchor="ctr">
            <a:normAutofit/>
          </a:bodyPr>
          <a:lstStyle/>
          <a:p>
            <a:pPr rtl="0">
              <a:spcAft>
                <a:spcPts val="600"/>
              </a:spcAft>
            </a:pPr>
            <a:r>
              <a:rPr lang="pt-br"/>
              <a:t>Exemplo de Texto de Rodapé</a:t>
            </a:r>
            <a:endParaRPr lang="en-US"/>
          </a:p>
        </p:txBody>
      </p:sp>
      <p:sp>
        <p:nvSpPr>
          <p:cNvPr id="5" name="Date Placeholder 4">
            <a:extLst>
              <a:ext uri="{FF2B5EF4-FFF2-40B4-BE49-F238E27FC236}">
                <a16:creationId xmlns:a16="http://schemas.microsoft.com/office/drawing/2014/main" id="{8F2AAB5C-CEA7-6D1F-F3A3-A4DBEA46BB1D}"/>
              </a:ext>
            </a:extLst>
          </p:cNvPr>
          <p:cNvSpPr>
            <a:spLocks noGrp="1"/>
          </p:cNvSpPr>
          <p:nvPr>
            <p:ph type="dt" sz="half" idx="10"/>
          </p:nvPr>
        </p:nvSpPr>
        <p:spPr>
          <a:xfrm>
            <a:off x="8430768" y="6318504"/>
            <a:ext cx="3136392" cy="365760"/>
          </a:xfrm>
        </p:spPr>
        <p:txBody>
          <a:bodyPr anchor="ctr">
            <a:normAutofit/>
          </a:bodyPr>
          <a:lstStyle/>
          <a:p>
            <a:pPr rtl="0">
              <a:spcAft>
                <a:spcPts val="600"/>
              </a:spcAft>
            </a:pPr>
            <a:r>
              <a:rPr lang="en-US"/>
              <a:t>20/2/2025</a:t>
            </a:r>
          </a:p>
        </p:txBody>
      </p:sp>
      <p:sp>
        <p:nvSpPr>
          <p:cNvPr id="6" name="Slide Number Placeholder 5">
            <a:extLst>
              <a:ext uri="{FF2B5EF4-FFF2-40B4-BE49-F238E27FC236}">
                <a16:creationId xmlns:a16="http://schemas.microsoft.com/office/drawing/2014/main" id="{42AFFC81-CC3A-C0C5-48FB-E0C37328C290}"/>
              </a:ext>
            </a:extLst>
          </p:cNvPr>
          <p:cNvSpPr>
            <a:spLocks noGrp="1"/>
          </p:cNvSpPr>
          <p:nvPr>
            <p:ph type="sldNum" sz="quarter" idx="12"/>
          </p:nvPr>
        </p:nvSpPr>
        <p:spPr>
          <a:xfrm>
            <a:off x="11484864" y="6318504"/>
            <a:ext cx="493776" cy="365760"/>
          </a:xfrm>
        </p:spPr>
        <p:txBody>
          <a:bodyPr anchor="ctr">
            <a:normAutofit/>
          </a:bodyPr>
          <a:lstStyle/>
          <a:p>
            <a:pPr rtl="0">
              <a:spcAft>
                <a:spcPts val="600"/>
              </a:spcAft>
            </a:pPr>
            <a:fld id="{CC057153-B650-4DEB-B370-79DDCFDCE934}" type="slidenum">
              <a:rPr lang="en-US" smtClean="0"/>
              <a:pPr rtl="0">
                <a:spcAft>
                  <a:spcPts val="600"/>
                </a:spcAft>
              </a:pPr>
              <a:t>6</a:t>
            </a:fld>
            <a:endParaRPr lang="en-US"/>
          </a:p>
        </p:txBody>
      </p:sp>
    </p:spTree>
    <p:extLst>
      <p:ext uri="{BB962C8B-B14F-4D97-AF65-F5344CB8AC3E}">
        <p14:creationId xmlns:p14="http://schemas.microsoft.com/office/powerpoint/2010/main" val="28163678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0B9E0-5898-CD2F-ED1A-B63ACEEB1227}"/>
              </a:ext>
            </a:extLst>
          </p:cNvPr>
          <p:cNvSpPr>
            <a:spLocks noGrp="1"/>
          </p:cNvSpPr>
          <p:nvPr>
            <p:ph type="title"/>
          </p:nvPr>
        </p:nvSpPr>
        <p:spPr>
          <a:xfrm>
            <a:off x="612648" y="502920"/>
            <a:ext cx="6858000" cy="841248"/>
          </a:xfrm>
        </p:spPr>
        <p:txBody>
          <a:bodyPr vert="horz" lIns="91440" tIns="45720" rIns="91440" bIns="45720" rtlCol="0" anchor="b">
            <a:normAutofit/>
          </a:bodyPr>
          <a:lstStyle/>
          <a:p>
            <a:r>
              <a:rPr lang="en-US" sz="2700"/>
              <a:t>Descrição da Solução e Benefícios ao Usuário</a:t>
            </a:r>
          </a:p>
        </p:txBody>
      </p:sp>
      <p:sp>
        <p:nvSpPr>
          <p:cNvPr id="8" name="TextBox 7">
            <a:extLst>
              <a:ext uri="{FF2B5EF4-FFF2-40B4-BE49-F238E27FC236}">
                <a16:creationId xmlns:a16="http://schemas.microsoft.com/office/drawing/2014/main" id="{C0949FEF-A4DD-4A45-A554-04467BA7D59D}"/>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1472184"/>
            <a:ext cx="6858000" cy="4782312"/>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Funcionalidade Principal</a:t>
            </a:r>
          </a:p>
          <a:p>
            <a:pPr marL="0" lvl="1" indent="0">
              <a:spcBef>
                <a:spcPts val="1000"/>
              </a:spcBef>
              <a:spcAft>
                <a:spcPts val="600"/>
              </a:spcAft>
              <a:buFont typeface="Arial" panose="020B0604020202020204" pitchFamily="34" charset="0"/>
              <a:buNone/>
            </a:pPr>
            <a:r>
              <a:rPr lang="en-US" sz="1400"/>
              <a:t>O aplicativo lê códigos de barras para identificar rapidamente a adequação do produto às restrições do usuário.</a:t>
            </a:r>
          </a:p>
          <a:p>
            <a:pPr marL="0" indent="0">
              <a:spcBef>
                <a:spcPts val="2500"/>
              </a:spcBef>
              <a:spcAft>
                <a:spcPts val="600"/>
              </a:spcAft>
              <a:buFont typeface="Arial" panose="020B0604020202020204" pitchFamily="34" charset="0"/>
              <a:buNone/>
            </a:pPr>
            <a:r>
              <a:rPr lang="en-US" sz="1400" b="1"/>
              <a:t>Personalização do Perfil</a:t>
            </a:r>
          </a:p>
          <a:p>
            <a:pPr marL="0" lvl="1" indent="0">
              <a:spcBef>
                <a:spcPts val="1000"/>
              </a:spcBef>
              <a:spcAft>
                <a:spcPts val="600"/>
              </a:spcAft>
              <a:buFont typeface="Arial" panose="020B0604020202020204" pitchFamily="34" charset="0"/>
              <a:buNone/>
            </a:pPr>
            <a:r>
              <a:rPr lang="en-US" sz="1400"/>
              <a:t>Usuários cadastram restrições alimentares como lactose, glúten, diabetes e alergias para orientações personalizadas.</a:t>
            </a:r>
          </a:p>
          <a:p>
            <a:pPr marL="0" indent="0">
              <a:spcBef>
                <a:spcPts val="2500"/>
              </a:spcBef>
              <a:spcAft>
                <a:spcPts val="600"/>
              </a:spcAft>
              <a:buFont typeface="Arial" panose="020B0604020202020204" pitchFamily="34" charset="0"/>
              <a:buNone/>
            </a:pPr>
            <a:r>
              <a:rPr lang="en-US" sz="1400" b="1"/>
              <a:t>Benefícios ao Usuário</a:t>
            </a:r>
          </a:p>
          <a:p>
            <a:pPr marL="0" lvl="1" indent="0">
              <a:spcBef>
                <a:spcPts val="1000"/>
              </a:spcBef>
              <a:spcAft>
                <a:spcPts val="600"/>
              </a:spcAft>
              <a:buFont typeface="Arial" panose="020B0604020202020204" pitchFamily="34" charset="0"/>
              <a:buNone/>
            </a:pPr>
            <a:r>
              <a:rPr lang="en-US" sz="1400"/>
              <a:t>Economia de tempo, redução de riscos à saúde, maior autonomia e experiência de compra segura e tranquila.</a:t>
            </a:r>
          </a:p>
          <a:p>
            <a:pPr marL="0" indent="0">
              <a:spcBef>
                <a:spcPts val="2500"/>
              </a:spcBef>
              <a:spcAft>
                <a:spcPts val="600"/>
              </a:spcAft>
              <a:buFont typeface="Arial" panose="020B0604020202020204" pitchFamily="34" charset="0"/>
              <a:buNone/>
            </a:pPr>
            <a:r>
              <a:rPr lang="en-US" sz="1400" b="1"/>
              <a:t>Impacto no Mercado</a:t>
            </a:r>
          </a:p>
          <a:p>
            <a:pPr marL="0" lvl="1" indent="0">
              <a:spcBef>
                <a:spcPts val="1000"/>
              </a:spcBef>
              <a:spcAft>
                <a:spcPts val="600"/>
              </a:spcAft>
              <a:buFont typeface="Arial" panose="020B0604020202020204" pitchFamily="34" charset="0"/>
              <a:buNone/>
            </a:pPr>
            <a:r>
              <a:rPr lang="en-US" sz="1400"/>
              <a:t>Incentiva transparência alimentar e valoriza marcas que oferecem produtos seguros e bem informados.</a:t>
            </a:r>
          </a:p>
        </p:txBody>
      </p:sp>
      <p:sp>
        <p:nvSpPr>
          <p:cNvPr id="4" name="Footer Placeholder 3">
            <a:extLst>
              <a:ext uri="{FF2B5EF4-FFF2-40B4-BE49-F238E27FC236}">
                <a16:creationId xmlns:a16="http://schemas.microsoft.com/office/drawing/2014/main" id="{9C2CDB4A-E80F-4110-CC63-C579EE9F934B}"/>
              </a:ext>
            </a:extLst>
          </p:cNvPr>
          <p:cNvSpPr>
            <a:spLocks noGrp="1"/>
          </p:cNvSpPr>
          <p:nvPr>
            <p:ph type="ftr" sz="quarter" idx="17"/>
          </p:nvPr>
        </p:nvSpPr>
        <p:spPr>
          <a:xfrm>
            <a:off x="612648" y="6318504"/>
            <a:ext cx="4096512" cy="365760"/>
          </a:xfrm>
        </p:spPr>
        <p:txBody>
          <a:bodyPr vert="horz" lIns="91440" tIns="45720" rIns="91440" bIns="45720" rtlCol="0" anchor="ctr">
            <a:normAutofit/>
          </a:bodyPr>
          <a:lstStyle/>
          <a:p>
            <a:pPr>
              <a:spcAft>
                <a:spcPts val="600"/>
              </a:spcAft>
            </a:pPr>
            <a:r>
              <a:rPr lang="pt-br"/>
              <a:t>Exemplo de Texto de Rodapé</a:t>
            </a:r>
          </a:p>
        </p:txBody>
      </p:sp>
      <p:sp>
        <p:nvSpPr>
          <p:cNvPr id="5" name="Date Placeholder 4">
            <a:extLst>
              <a:ext uri="{FF2B5EF4-FFF2-40B4-BE49-F238E27FC236}">
                <a16:creationId xmlns:a16="http://schemas.microsoft.com/office/drawing/2014/main" id="{9B96F5F8-918D-7707-C62A-0C881C0D9E0F}"/>
              </a:ext>
            </a:extLst>
          </p:cNvPr>
          <p:cNvSpPr>
            <a:spLocks noGrp="1"/>
          </p:cNvSpPr>
          <p:nvPr>
            <p:ph type="dt" sz="half" idx="16"/>
          </p:nvPr>
        </p:nvSpPr>
        <p:spPr>
          <a:xfrm>
            <a:off x="4709160" y="6318504"/>
            <a:ext cx="2350008" cy="365760"/>
          </a:xfrm>
        </p:spPr>
        <p:txBody>
          <a:bodyPr vert="horz" lIns="91440" tIns="45720" rIns="91440" bIns="45720" rtlCol="0" anchor="ctr">
            <a:normAutofit/>
          </a:bodyPr>
          <a:lstStyle/>
          <a:p>
            <a:pPr>
              <a:spcAft>
                <a:spcPts val="600"/>
              </a:spcAft>
            </a:pPr>
            <a:r>
              <a:rPr lang="en-US" kern="1200">
                <a:latin typeface="+mn-lt"/>
                <a:ea typeface="+mn-ea"/>
                <a:cs typeface="+mn-cs"/>
              </a:rPr>
              <a:t>20/2/2025</a:t>
            </a:r>
          </a:p>
        </p:txBody>
      </p:sp>
      <p:sp>
        <p:nvSpPr>
          <p:cNvPr id="6" name="Slide Number Placeholder 5">
            <a:extLst>
              <a:ext uri="{FF2B5EF4-FFF2-40B4-BE49-F238E27FC236}">
                <a16:creationId xmlns:a16="http://schemas.microsoft.com/office/drawing/2014/main" id="{C536DB85-CFCE-66BB-3E79-618A52B26F4D}"/>
              </a:ext>
            </a:extLst>
          </p:cNvPr>
          <p:cNvSpPr>
            <a:spLocks noGrp="1"/>
          </p:cNvSpPr>
          <p:nvPr>
            <p:ph type="sldNum" sz="quarter" idx="18"/>
          </p:nvPr>
        </p:nvSpPr>
        <p:spPr>
          <a:xfrm>
            <a:off x="6976872" y="6318504"/>
            <a:ext cx="493776" cy="365760"/>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7</a:t>
            </a:fld>
            <a:endParaRPr lang="en-US"/>
          </a:p>
        </p:txBody>
      </p:sp>
      <p:pic>
        <p:nvPicPr>
          <p:cNvPr id="7" name="Content Placeholder 6" descr="Mãos femininas segurando uma maçã verde e um celular mostrando a tela de entrega de fast food">
            <a:extLst>
              <a:ext uri="{FF2B5EF4-FFF2-40B4-BE49-F238E27FC236}">
                <a16:creationId xmlns:a16="http://schemas.microsoft.com/office/drawing/2014/main" id="{AC9B1DD8-F91D-4BCA-93F6-08CBAA3F7DD7}"/>
              </a:ext>
            </a:extLst>
          </p:cNvPr>
          <p:cNvPicPr>
            <a:picLocks noGrp="1" noChangeAspect="1"/>
          </p:cNvPicPr>
          <p:nvPr>
            <p:ph type="pic" sz="quarter" idx="15"/>
          </p:nvPr>
        </p:nvPicPr>
        <p:blipFill>
          <a:blip r:embed="rId3"/>
          <a:srcRect l="31964" r="29691" b="-1"/>
          <a:stretch>
            <a:fillRect/>
          </a:stretch>
        </p:blipFill>
        <p:spPr>
          <a:xfrm>
            <a:off x="8129142" y="10"/>
            <a:ext cx="3939493" cy="6857990"/>
          </a:xfrm>
        </p:spPr>
      </p:pic>
    </p:spTree>
    <p:extLst>
      <p:ext uri="{BB962C8B-B14F-4D97-AF65-F5344CB8AC3E}">
        <p14:creationId xmlns:p14="http://schemas.microsoft.com/office/powerpoint/2010/main" val="2171212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71FF0-B2E6-D5F0-3411-10CB5829462E}"/>
              </a:ext>
            </a:extLst>
          </p:cNvPr>
          <p:cNvSpPr>
            <a:spLocks noGrp="1"/>
          </p:cNvSpPr>
          <p:nvPr>
            <p:ph type="title"/>
          </p:nvPr>
        </p:nvSpPr>
        <p:spPr>
          <a:xfrm>
            <a:off x="612647" y="2093976"/>
            <a:ext cx="7271895" cy="4178808"/>
          </a:xfrm>
        </p:spPr>
        <p:txBody>
          <a:bodyPr anchor="b">
            <a:normAutofit/>
          </a:bodyPr>
          <a:lstStyle/>
          <a:p>
            <a:r>
              <a:rPr lang="en-US"/>
              <a:t>Partes Interessadas</a:t>
            </a:r>
          </a:p>
        </p:txBody>
      </p:sp>
      <p:sp>
        <p:nvSpPr>
          <p:cNvPr id="4" name="Footer Placeholder 3">
            <a:extLst>
              <a:ext uri="{FF2B5EF4-FFF2-40B4-BE49-F238E27FC236}">
                <a16:creationId xmlns:a16="http://schemas.microsoft.com/office/drawing/2014/main" id="{720D26C8-D2AF-4FF7-45CC-07AB8FA1566A}"/>
              </a:ext>
            </a:extLst>
          </p:cNvPr>
          <p:cNvSpPr>
            <a:spLocks noGrp="1"/>
          </p:cNvSpPr>
          <p:nvPr>
            <p:ph type="ftr" sz="quarter" idx="11"/>
          </p:nvPr>
        </p:nvSpPr>
        <p:spPr>
          <a:xfrm>
            <a:off x="612648" y="6318504"/>
            <a:ext cx="4096512" cy="365760"/>
          </a:xfrm>
        </p:spPr>
        <p:txBody>
          <a:bodyPr anchor="ctr">
            <a:normAutofit/>
          </a:bodyPr>
          <a:lstStyle/>
          <a:p>
            <a:pPr rtl="0">
              <a:spcAft>
                <a:spcPts val="600"/>
              </a:spcAft>
            </a:pPr>
            <a:r>
              <a:rPr lang="pt-br"/>
              <a:t>Exemplo de Texto de Rodapé</a:t>
            </a:r>
            <a:endParaRPr lang="en-US"/>
          </a:p>
        </p:txBody>
      </p:sp>
      <p:sp>
        <p:nvSpPr>
          <p:cNvPr id="5" name="Date Placeholder 4">
            <a:extLst>
              <a:ext uri="{FF2B5EF4-FFF2-40B4-BE49-F238E27FC236}">
                <a16:creationId xmlns:a16="http://schemas.microsoft.com/office/drawing/2014/main" id="{E69D7544-ECCB-17A3-79BB-270196420EF9}"/>
              </a:ext>
            </a:extLst>
          </p:cNvPr>
          <p:cNvSpPr>
            <a:spLocks noGrp="1"/>
          </p:cNvSpPr>
          <p:nvPr>
            <p:ph type="dt" sz="half" idx="10"/>
          </p:nvPr>
        </p:nvSpPr>
        <p:spPr>
          <a:xfrm>
            <a:off x="8430768" y="6318504"/>
            <a:ext cx="3136392" cy="365760"/>
          </a:xfrm>
        </p:spPr>
        <p:txBody>
          <a:bodyPr anchor="ctr">
            <a:normAutofit/>
          </a:bodyPr>
          <a:lstStyle/>
          <a:p>
            <a:pPr rtl="0">
              <a:spcAft>
                <a:spcPts val="600"/>
              </a:spcAft>
            </a:pPr>
            <a:r>
              <a:rPr lang="en-US"/>
              <a:t>20/2/2025</a:t>
            </a:r>
          </a:p>
        </p:txBody>
      </p:sp>
      <p:sp>
        <p:nvSpPr>
          <p:cNvPr id="6" name="Slide Number Placeholder 5">
            <a:extLst>
              <a:ext uri="{FF2B5EF4-FFF2-40B4-BE49-F238E27FC236}">
                <a16:creationId xmlns:a16="http://schemas.microsoft.com/office/drawing/2014/main" id="{43A4857D-3D0C-CF67-F2F7-90DEFF2866D3}"/>
              </a:ext>
            </a:extLst>
          </p:cNvPr>
          <p:cNvSpPr>
            <a:spLocks noGrp="1"/>
          </p:cNvSpPr>
          <p:nvPr>
            <p:ph type="sldNum" sz="quarter" idx="12"/>
          </p:nvPr>
        </p:nvSpPr>
        <p:spPr>
          <a:xfrm>
            <a:off x="11484864" y="6318504"/>
            <a:ext cx="493776" cy="365760"/>
          </a:xfrm>
        </p:spPr>
        <p:txBody>
          <a:bodyPr anchor="ctr">
            <a:normAutofit/>
          </a:bodyPr>
          <a:lstStyle/>
          <a:p>
            <a:pPr rtl="0">
              <a:spcAft>
                <a:spcPts val="600"/>
              </a:spcAft>
            </a:pPr>
            <a:fld id="{CC057153-B650-4DEB-B370-79DDCFDCE934}" type="slidenum">
              <a:rPr lang="en-US" smtClean="0"/>
              <a:pPr rtl="0">
                <a:spcAft>
                  <a:spcPts val="600"/>
                </a:spcAft>
              </a:pPr>
              <a:t>8</a:t>
            </a:fld>
            <a:endParaRPr lang="en-US"/>
          </a:p>
        </p:txBody>
      </p:sp>
    </p:spTree>
    <p:extLst>
      <p:ext uri="{BB962C8B-B14F-4D97-AF65-F5344CB8AC3E}">
        <p14:creationId xmlns:p14="http://schemas.microsoft.com/office/powerpoint/2010/main" val="10418767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7F257-50BC-5EB6-3B53-7F838B009803}"/>
              </a:ext>
            </a:extLst>
          </p:cNvPr>
          <p:cNvSpPr>
            <a:spLocks noGrp="1"/>
          </p:cNvSpPr>
          <p:nvPr>
            <p:ph type="title"/>
          </p:nvPr>
        </p:nvSpPr>
        <p:spPr>
          <a:xfrm>
            <a:off x="6272783" y="722376"/>
            <a:ext cx="5138927" cy="1581912"/>
          </a:xfrm>
        </p:spPr>
        <p:txBody>
          <a:bodyPr vert="horz" lIns="91440" tIns="45720" rIns="91440" bIns="45720" rtlCol="0" anchor="b">
            <a:normAutofit/>
          </a:bodyPr>
          <a:lstStyle/>
          <a:p>
            <a:r>
              <a:rPr lang="en-US" sz="5100"/>
              <a:t>Identificação dos Stakeholders</a:t>
            </a:r>
          </a:p>
        </p:txBody>
      </p:sp>
      <p:pic>
        <p:nvPicPr>
          <p:cNvPr id="7" name="Content Placeholder 6" descr="Colagem de 36 retratos de homens e mulheres de diferentes etnias, origens e culturas de todo o mundo. 1500x1500 pixels.">
            <a:extLst>
              <a:ext uri="{FF2B5EF4-FFF2-40B4-BE49-F238E27FC236}">
                <a16:creationId xmlns:a16="http://schemas.microsoft.com/office/drawing/2014/main" id="{CC25F8E7-2F83-41FD-A649-805AC2F01CA9}"/>
              </a:ext>
            </a:extLst>
          </p:cNvPr>
          <p:cNvPicPr>
            <a:picLocks noGrp="1" noChangeAspect="1"/>
          </p:cNvPicPr>
          <p:nvPr>
            <p:ph type="pic" sz="quarter" idx="17"/>
          </p:nvPr>
        </p:nvPicPr>
        <p:blipFill>
          <a:blip r:embed="rId3"/>
          <a:srcRect l="13080" r="7987"/>
          <a:stretch>
            <a:fillRect/>
          </a:stretch>
        </p:blipFill>
        <p:spPr>
          <a:xfrm>
            <a:off x="119307" y="10"/>
            <a:ext cx="5413248" cy="6857990"/>
          </a:xfrm>
        </p:spPr>
      </p:pic>
      <p:sp>
        <p:nvSpPr>
          <p:cNvPr id="8" name="TextBox 7">
            <a:extLst>
              <a:ext uri="{FF2B5EF4-FFF2-40B4-BE49-F238E27FC236}">
                <a16:creationId xmlns:a16="http://schemas.microsoft.com/office/drawing/2014/main" id="{CED32C26-2DB3-43D6-A152-1D0A766CF9B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72784" y="2834640"/>
            <a:ext cx="5138928" cy="2999232"/>
          </a:xfrm>
          <a:prstGeom prst="rect">
            <a:avLst/>
          </a:prstGeom>
        </p:spPr>
        <p:txBody>
          <a:bodyPr>
            <a:normAutofit/>
          </a:bodyPr>
          <a:lstStyle/>
          <a:p>
            <a:pPr marL="0" indent="0">
              <a:lnSpc>
                <a:spcPct val="90000"/>
              </a:lnSpc>
              <a:spcBef>
                <a:spcPts val="2500"/>
              </a:spcBef>
              <a:spcAft>
                <a:spcPts val="600"/>
              </a:spcAft>
              <a:buFont typeface="+mj-lt"/>
              <a:buNone/>
            </a:pPr>
            <a:r>
              <a:rPr lang="en-US" sz="1100" b="1"/>
              <a:t>Stakeholders Primários</a:t>
            </a:r>
          </a:p>
          <a:p>
            <a:pPr marL="0" lvl="1" indent="0">
              <a:lnSpc>
                <a:spcPct val="90000"/>
              </a:lnSpc>
              <a:spcBef>
                <a:spcPts val="1000"/>
              </a:spcBef>
              <a:spcAft>
                <a:spcPts val="600"/>
              </a:spcAft>
              <a:buFont typeface="+mj-lt"/>
              <a:buNone/>
            </a:pPr>
            <a:r>
              <a:rPr lang="en-US" sz="1100"/>
              <a:t>Consumidores com restrições alimentares e seus familiares usam diretamente o aplicativo e dependem de suas funcionalidades para segurança alimentar.</a:t>
            </a:r>
          </a:p>
          <a:p>
            <a:pPr marL="0" indent="0">
              <a:lnSpc>
                <a:spcPct val="90000"/>
              </a:lnSpc>
              <a:spcBef>
                <a:spcPts val="2500"/>
              </a:spcBef>
              <a:spcAft>
                <a:spcPts val="600"/>
              </a:spcAft>
              <a:buFont typeface="+mj-lt"/>
              <a:buNone/>
            </a:pPr>
            <a:r>
              <a:rPr lang="en-US" sz="1100" b="1"/>
              <a:t>Stakeholders Secundários</a:t>
            </a:r>
          </a:p>
          <a:p>
            <a:pPr marL="0" lvl="1" indent="0">
              <a:lnSpc>
                <a:spcPct val="90000"/>
              </a:lnSpc>
              <a:spcBef>
                <a:spcPts val="1000"/>
              </a:spcBef>
              <a:spcAft>
                <a:spcPts val="600"/>
              </a:spcAft>
              <a:buFont typeface="+mj-lt"/>
              <a:buNone/>
            </a:pPr>
            <a:r>
              <a:rPr lang="en-US" sz="1100"/>
              <a:t>Nutricionistas, profissionais da saúde, supermercados e fabricantes que recomendam e se beneficiam da transparência dos produtos.</a:t>
            </a:r>
          </a:p>
          <a:p>
            <a:pPr marL="0" indent="0">
              <a:lnSpc>
                <a:spcPct val="90000"/>
              </a:lnSpc>
              <a:spcBef>
                <a:spcPts val="2500"/>
              </a:spcBef>
              <a:spcAft>
                <a:spcPts val="600"/>
              </a:spcAft>
              <a:buFont typeface="+mj-lt"/>
              <a:buNone/>
            </a:pPr>
            <a:r>
              <a:rPr lang="en-US" sz="1100" b="1"/>
              <a:t>Stakeholders Institucionais e Técnicos</a:t>
            </a:r>
          </a:p>
          <a:p>
            <a:pPr marL="0" lvl="1" indent="0">
              <a:lnSpc>
                <a:spcPct val="90000"/>
              </a:lnSpc>
              <a:spcBef>
                <a:spcPts val="1000"/>
              </a:spcBef>
              <a:spcAft>
                <a:spcPts val="600"/>
              </a:spcAft>
              <a:buFont typeface="+mj-lt"/>
              <a:buNone/>
            </a:pPr>
            <a:r>
              <a:rPr lang="en-US" sz="1100"/>
              <a:t>Equipes de desenvolvimento, investidores e associações que viabilizam a solução e atuam como parceiros estratégicos futuros.</a:t>
            </a:r>
          </a:p>
        </p:txBody>
      </p:sp>
      <p:sp>
        <p:nvSpPr>
          <p:cNvPr id="4" name="Footer Placeholder 3">
            <a:extLst>
              <a:ext uri="{FF2B5EF4-FFF2-40B4-BE49-F238E27FC236}">
                <a16:creationId xmlns:a16="http://schemas.microsoft.com/office/drawing/2014/main" id="{6E746457-1E1D-FEBB-A9BA-AEC4C8BAC343}"/>
              </a:ext>
            </a:extLst>
          </p:cNvPr>
          <p:cNvSpPr>
            <a:spLocks noGrp="1"/>
          </p:cNvSpPr>
          <p:nvPr>
            <p:ph type="ftr" sz="quarter" idx="15"/>
          </p:nvPr>
        </p:nvSpPr>
        <p:spPr>
          <a:xfrm>
            <a:off x="6272784" y="6318504"/>
            <a:ext cx="3569956" cy="365760"/>
          </a:xfrm>
        </p:spPr>
        <p:txBody>
          <a:bodyPr vert="horz" lIns="91440" tIns="45720" rIns="91440" bIns="45720" rtlCol="0" anchor="ctr">
            <a:normAutofit/>
          </a:bodyPr>
          <a:lstStyle/>
          <a:p>
            <a:pPr>
              <a:spcAft>
                <a:spcPts val="600"/>
              </a:spcAft>
            </a:pPr>
            <a:r>
              <a:rPr lang="pt-br" kern="1200">
                <a:latin typeface="+mn-lt"/>
                <a:ea typeface="+mn-ea"/>
                <a:cs typeface="+mn-cs"/>
              </a:rPr>
              <a:t>Exemplo de Texto de Rodapé</a:t>
            </a:r>
          </a:p>
        </p:txBody>
      </p:sp>
      <p:sp>
        <p:nvSpPr>
          <p:cNvPr id="5" name="Date Placeholder 4">
            <a:extLst>
              <a:ext uri="{FF2B5EF4-FFF2-40B4-BE49-F238E27FC236}">
                <a16:creationId xmlns:a16="http://schemas.microsoft.com/office/drawing/2014/main" id="{742D5471-9D46-BD27-1382-ACC86E9378B9}"/>
              </a:ext>
            </a:extLst>
          </p:cNvPr>
          <p:cNvSpPr>
            <a:spLocks noGrp="1"/>
          </p:cNvSpPr>
          <p:nvPr>
            <p:ph type="dt" sz="half" idx="14"/>
          </p:nvPr>
        </p:nvSpPr>
        <p:spPr>
          <a:xfrm>
            <a:off x="10075652" y="6318504"/>
            <a:ext cx="1491507" cy="365760"/>
          </a:xfrm>
        </p:spPr>
        <p:txBody>
          <a:bodyPr vert="horz" lIns="91440" tIns="45720" rIns="91440" bIns="45720" rtlCol="0" anchor="ctr">
            <a:normAutofit/>
          </a:bodyPr>
          <a:lstStyle/>
          <a:p>
            <a:pPr>
              <a:spcAft>
                <a:spcPts val="600"/>
              </a:spcAft>
            </a:pPr>
            <a:r>
              <a:rPr lang="en-US" kern="1200">
                <a:latin typeface="+mn-lt"/>
                <a:ea typeface="+mn-ea"/>
                <a:cs typeface="+mn-cs"/>
              </a:rPr>
              <a:t>20/2/2025</a:t>
            </a:r>
          </a:p>
        </p:txBody>
      </p:sp>
      <p:sp>
        <p:nvSpPr>
          <p:cNvPr id="6" name="Slide Number Placeholder 5">
            <a:extLst>
              <a:ext uri="{FF2B5EF4-FFF2-40B4-BE49-F238E27FC236}">
                <a16:creationId xmlns:a16="http://schemas.microsoft.com/office/drawing/2014/main" id="{55B3D9C3-3CFF-AEF6-FE64-DBF2F25045DB}"/>
              </a:ext>
            </a:extLst>
          </p:cNvPr>
          <p:cNvSpPr>
            <a:spLocks noGrp="1"/>
          </p:cNvSpPr>
          <p:nvPr>
            <p:ph type="sldNum" sz="quarter" idx="16"/>
          </p:nvPr>
        </p:nvSpPr>
        <p:spPr>
          <a:xfrm>
            <a:off x="11484864" y="6318504"/>
            <a:ext cx="493776" cy="365760"/>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9</a:t>
            </a:fld>
            <a:endParaRPr lang="en-US"/>
          </a:p>
        </p:txBody>
      </p:sp>
    </p:spTree>
    <p:extLst>
      <p:ext uri="{BB962C8B-B14F-4D97-AF65-F5344CB8AC3E}">
        <p14:creationId xmlns:p14="http://schemas.microsoft.com/office/powerpoint/2010/main" val="582841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67AE5-9906-6C08-D960-DCA74022BDFF}"/>
              </a:ext>
            </a:extLst>
          </p:cNvPr>
          <p:cNvSpPr>
            <a:spLocks noGrp="1"/>
          </p:cNvSpPr>
          <p:nvPr>
            <p:ph type="title"/>
          </p:nvPr>
        </p:nvSpPr>
        <p:spPr>
          <a:xfrm>
            <a:off x="612648" y="2093976"/>
            <a:ext cx="6528816" cy="4178808"/>
          </a:xfrm>
        </p:spPr>
        <p:txBody>
          <a:bodyPr anchor="b">
            <a:normAutofit/>
          </a:bodyPr>
          <a:lstStyle/>
          <a:p>
            <a:r>
              <a:rPr lang="en-US"/>
              <a:t>Análise de Viabilidade de Mercado</a:t>
            </a:r>
          </a:p>
        </p:txBody>
      </p:sp>
      <p:sp>
        <p:nvSpPr>
          <p:cNvPr id="4" name="Footer Placeholder 3">
            <a:extLst>
              <a:ext uri="{FF2B5EF4-FFF2-40B4-BE49-F238E27FC236}">
                <a16:creationId xmlns:a16="http://schemas.microsoft.com/office/drawing/2014/main" id="{B3AC7920-EDED-44D6-15D8-A76AD020AA86}"/>
              </a:ext>
            </a:extLst>
          </p:cNvPr>
          <p:cNvSpPr>
            <a:spLocks noGrp="1"/>
          </p:cNvSpPr>
          <p:nvPr>
            <p:ph type="ftr" sz="quarter" idx="11"/>
          </p:nvPr>
        </p:nvSpPr>
        <p:spPr>
          <a:xfrm>
            <a:off x="612648" y="6318504"/>
            <a:ext cx="4096512" cy="365760"/>
          </a:xfrm>
        </p:spPr>
        <p:txBody>
          <a:bodyPr anchor="ctr">
            <a:normAutofit/>
          </a:bodyPr>
          <a:lstStyle/>
          <a:p>
            <a:pPr rtl="0">
              <a:spcAft>
                <a:spcPts val="600"/>
              </a:spcAft>
            </a:pPr>
            <a:r>
              <a:rPr lang="pt-br"/>
              <a:t>Exemplo de Texto de Rodapé</a:t>
            </a:r>
            <a:endParaRPr lang="en-US"/>
          </a:p>
        </p:txBody>
      </p:sp>
      <p:sp>
        <p:nvSpPr>
          <p:cNvPr id="5" name="Date Placeholder 4">
            <a:extLst>
              <a:ext uri="{FF2B5EF4-FFF2-40B4-BE49-F238E27FC236}">
                <a16:creationId xmlns:a16="http://schemas.microsoft.com/office/drawing/2014/main" id="{57ABD64F-2B63-3F74-85B9-0864653EB030}"/>
              </a:ext>
            </a:extLst>
          </p:cNvPr>
          <p:cNvSpPr>
            <a:spLocks noGrp="1"/>
          </p:cNvSpPr>
          <p:nvPr>
            <p:ph type="dt" sz="half" idx="10"/>
          </p:nvPr>
        </p:nvSpPr>
        <p:spPr>
          <a:xfrm>
            <a:off x="8430768" y="6318504"/>
            <a:ext cx="3136392" cy="365760"/>
          </a:xfrm>
        </p:spPr>
        <p:txBody>
          <a:bodyPr anchor="ctr">
            <a:normAutofit/>
          </a:bodyPr>
          <a:lstStyle/>
          <a:p>
            <a:pPr rtl="0">
              <a:spcAft>
                <a:spcPts val="600"/>
              </a:spcAft>
            </a:pPr>
            <a:r>
              <a:rPr lang="en-US"/>
              <a:t>20/2/2025</a:t>
            </a:r>
          </a:p>
        </p:txBody>
      </p:sp>
      <p:sp>
        <p:nvSpPr>
          <p:cNvPr id="6" name="Slide Number Placeholder 5">
            <a:extLst>
              <a:ext uri="{FF2B5EF4-FFF2-40B4-BE49-F238E27FC236}">
                <a16:creationId xmlns:a16="http://schemas.microsoft.com/office/drawing/2014/main" id="{EB1748E2-1267-0912-6093-9AB9D862DD0F}"/>
              </a:ext>
            </a:extLst>
          </p:cNvPr>
          <p:cNvSpPr>
            <a:spLocks noGrp="1"/>
          </p:cNvSpPr>
          <p:nvPr>
            <p:ph type="sldNum" sz="quarter" idx="12"/>
          </p:nvPr>
        </p:nvSpPr>
        <p:spPr>
          <a:xfrm>
            <a:off x="11484864" y="6318504"/>
            <a:ext cx="493776" cy="365760"/>
          </a:xfrm>
        </p:spPr>
        <p:txBody>
          <a:bodyPr anchor="ctr">
            <a:normAutofit/>
          </a:bodyPr>
          <a:lstStyle/>
          <a:p>
            <a:pPr rtl="0">
              <a:spcAft>
                <a:spcPts val="600"/>
              </a:spcAft>
            </a:pPr>
            <a:fld id="{CC057153-B650-4DEB-B370-79DDCFDCE934}" type="slidenum">
              <a:rPr lang="en-US" smtClean="0"/>
              <a:pPr rtl="0">
                <a:spcAft>
                  <a:spcPts val="600"/>
                </a:spcAft>
              </a:pPr>
              <a:t>10</a:t>
            </a:fld>
            <a:endParaRPr lang="en-US"/>
          </a:p>
        </p:txBody>
      </p:sp>
    </p:spTree>
    <p:extLst>
      <p:ext uri="{BB962C8B-B14F-4D97-AF65-F5344CB8AC3E}">
        <p14:creationId xmlns:p14="http://schemas.microsoft.com/office/powerpoint/2010/main" val="13429547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0560A-DDE0-A6F4-793C-62974610434E}"/>
              </a:ext>
            </a:extLst>
          </p:cNvPr>
          <p:cNvSpPr>
            <a:spLocks noGrp="1"/>
          </p:cNvSpPr>
          <p:nvPr>
            <p:ph type="title"/>
          </p:nvPr>
        </p:nvSpPr>
        <p:spPr>
          <a:xfrm>
            <a:off x="137159" y="151598"/>
            <a:ext cx="11924209" cy="528186"/>
          </a:xfrm>
        </p:spPr>
        <p:txBody>
          <a:bodyPr anchor="ctr">
            <a:normAutofit/>
          </a:bodyPr>
          <a:lstStyle/>
          <a:p>
            <a:r>
              <a:rPr lang="en-US"/>
              <a:t>Potencial de Mercado e Justificativas</a:t>
            </a:r>
          </a:p>
        </p:txBody>
      </p:sp>
      <p:sp>
        <p:nvSpPr>
          <p:cNvPr id="8" name="TextBox 7">
            <a:extLst>
              <a:ext uri="{FF2B5EF4-FFF2-40B4-BE49-F238E27FC236}">
                <a16:creationId xmlns:a16="http://schemas.microsoft.com/office/drawing/2014/main" id="{F2022AEB-889D-4B69-8837-E356B88AA21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37159" y="776036"/>
            <a:ext cx="5866854" cy="5676965"/>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Demanda por Soluções Alimentares</a:t>
            </a:r>
          </a:p>
          <a:p>
            <a:pPr marL="0" lvl="1" indent="0">
              <a:spcBef>
                <a:spcPts val="1000"/>
              </a:spcBef>
              <a:spcAft>
                <a:spcPts val="600"/>
              </a:spcAft>
              <a:buFont typeface="Arial" panose="020B0604020202020204" pitchFamily="34" charset="0"/>
              <a:buNone/>
            </a:pPr>
            <a:r>
              <a:rPr lang="en-US" sz="1400"/>
              <a:t>40% dos brasileiros têm intolerância à lactose e 1% sofre de doença celíaca, indicando alta necessidade de suporte alimentar.</a:t>
            </a:r>
          </a:p>
          <a:p>
            <a:pPr marL="0" indent="0">
              <a:spcBef>
                <a:spcPts val="2500"/>
              </a:spcBef>
              <a:spcAft>
                <a:spcPts val="600"/>
              </a:spcAft>
              <a:buFont typeface="Arial" panose="020B0604020202020204" pitchFamily="34" charset="0"/>
              <a:buNone/>
            </a:pPr>
            <a:r>
              <a:rPr lang="en-US" sz="1400" b="1"/>
              <a:t>Mercado com Alto Número de Diabéticos</a:t>
            </a:r>
          </a:p>
          <a:p>
            <a:pPr marL="0" lvl="1" indent="0">
              <a:spcBef>
                <a:spcPts val="1000"/>
              </a:spcBef>
              <a:spcAft>
                <a:spcPts val="600"/>
              </a:spcAft>
              <a:buFont typeface="Arial" panose="020B0604020202020204" pitchFamily="34" charset="0"/>
              <a:buNone/>
            </a:pPr>
            <a:r>
              <a:rPr lang="en-US" sz="1400"/>
              <a:t>Mais de 16 milhões de brasileiros vivem com diabetes, requerendo controle rigoroso da alimentação diária.</a:t>
            </a:r>
          </a:p>
          <a:p>
            <a:pPr marL="0" indent="0">
              <a:spcBef>
                <a:spcPts val="2500"/>
              </a:spcBef>
              <a:spcAft>
                <a:spcPts val="600"/>
              </a:spcAft>
              <a:buFont typeface="Arial" panose="020B0604020202020204" pitchFamily="34" charset="0"/>
              <a:buNone/>
            </a:pPr>
            <a:r>
              <a:rPr lang="en-US" sz="1400" b="1"/>
              <a:t>Acessibilidade Tecnológica</a:t>
            </a:r>
          </a:p>
          <a:p>
            <a:pPr marL="0" lvl="1" indent="0">
              <a:spcBef>
                <a:spcPts val="1000"/>
              </a:spcBef>
              <a:spcAft>
                <a:spcPts val="600"/>
              </a:spcAft>
              <a:buFont typeface="Arial" panose="020B0604020202020204" pitchFamily="34" charset="0"/>
              <a:buNone/>
            </a:pPr>
            <a:r>
              <a:rPr lang="en-US" sz="1400"/>
              <a:t>Mais de 80% dos brasileiros usam smartphones, tornando o aplicativo acessível e facilmente escalável no mercado.</a:t>
            </a:r>
          </a:p>
          <a:p>
            <a:pPr marL="0" indent="0">
              <a:spcBef>
                <a:spcPts val="2500"/>
              </a:spcBef>
              <a:spcAft>
                <a:spcPts val="600"/>
              </a:spcAft>
              <a:buFont typeface="Arial" panose="020B0604020202020204" pitchFamily="34" charset="0"/>
              <a:buNone/>
            </a:pPr>
            <a:r>
              <a:rPr lang="en-US" sz="1400" b="1"/>
              <a:t>Segmentação do Mercado Consumidor</a:t>
            </a:r>
          </a:p>
          <a:p>
            <a:pPr marL="0" lvl="1" indent="0">
              <a:spcBef>
                <a:spcPts val="1000"/>
              </a:spcBef>
              <a:spcAft>
                <a:spcPts val="600"/>
              </a:spcAft>
              <a:buFont typeface="Arial" panose="020B0604020202020204" pitchFamily="34" charset="0"/>
              <a:buNone/>
            </a:pPr>
            <a:r>
              <a:rPr lang="en-US" sz="1400"/>
              <a:t>O público primário inclui pessoas com restrições alimentares; secundário, familiares e interessados em alimentação saudável.</a:t>
            </a:r>
          </a:p>
        </p:txBody>
      </p:sp>
      <p:sp>
        <p:nvSpPr>
          <p:cNvPr id="4" name="Footer Placeholder 3">
            <a:extLst>
              <a:ext uri="{FF2B5EF4-FFF2-40B4-BE49-F238E27FC236}">
                <a16:creationId xmlns:a16="http://schemas.microsoft.com/office/drawing/2014/main" id="{FFCE5D0E-29A9-6190-4F1A-E2D1E970ABF7}"/>
              </a:ext>
            </a:extLst>
          </p:cNvPr>
          <p:cNvSpPr>
            <a:spLocks noGrp="1"/>
          </p:cNvSpPr>
          <p:nvPr>
            <p:ph type="ftr" sz="quarter" idx="11"/>
          </p:nvPr>
        </p:nvSpPr>
        <p:spPr>
          <a:xfrm>
            <a:off x="137160" y="6428232"/>
            <a:ext cx="4096512" cy="365760"/>
          </a:xfrm>
        </p:spPr>
        <p:txBody>
          <a:bodyPr vert="horz" lIns="91440" tIns="45720" rIns="91440" bIns="45720" rtlCol="0" anchor="ctr">
            <a:normAutofit/>
          </a:bodyPr>
          <a:lstStyle/>
          <a:p>
            <a:pPr>
              <a:spcAft>
                <a:spcPts val="600"/>
              </a:spcAft>
            </a:pPr>
            <a:r>
              <a:rPr lang="pt-br" kern="1200">
                <a:latin typeface="+mn-lt"/>
                <a:ea typeface="+mn-ea"/>
                <a:cs typeface="+mn-cs"/>
              </a:rPr>
              <a:t>Exemplo de Texto de Rodapé</a:t>
            </a:r>
          </a:p>
        </p:txBody>
      </p:sp>
      <p:sp>
        <p:nvSpPr>
          <p:cNvPr id="5" name="Date Placeholder 4">
            <a:extLst>
              <a:ext uri="{FF2B5EF4-FFF2-40B4-BE49-F238E27FC236}">
                <a16:creationId xmlns:a16="http://schemas.microsoft.com/office/drawing/2014/main" id="{8FBEA4D3-3294-0708-F8C7-FEEEC54C41DE}"/>
              </a:ext>
            </a:extLst>
          </p:cNvPr>
          <p:cNvSpPr>
            <a:spLocks noGrp="1"/>
          </p:cNvSpPr>
          <p:nvPr>
            <p:ph type="dt" sz="half" idx="10"/>
          </p:nvPr>
        </p:nvSpPr>
        <p:spPr>
          <a:xfrm>
            <a:off x="8513496" y="6428232"/>
            <a:ext cx="3136392" cy="365760"/>
          </a:xfrm>
        </p:spPr>
        <p:txBody>
          <a:bodyPr vert="horz" lIns="91440" tIns="45720" rIns="91440" bIns="45720" rtlCol="0" anchor="ctr">
            <a:normAutofit/>
          </a:bodyPr>
          <a:lstStyle/>
          <a:p>
            <a:pPr>
              <a:spcAft>
                <a:spcPts val="600"/>
              </a:spcAft>
            </a:pPr>
            <a:r>
              <a:rPr lang="en-US" kern="1200">
                <a:latin typeface="+mn-lt"/>
                <a:ea typeface="+mn-ea"/>
                <a:cs typeface="+mn-cs"/>
              </a:rPr>
              <a:t>20/2/2025</a:t>
            </a:r>
          </a:p>
        </p:txBody>
      </p:sp>
      <p:sp>
        <p:nvSpPr>
          <p:cNvPr id="6" name="Slide Number Placeholder 5">
            <a:extLst>
              <a:ext uri="{FF2B5EF4-FFF2-40B4-BE49-F238E27FC236}">
                <a16:creationId xmlns:a16="http://schemas.microsoft.com/office/drawing/2014/main" id="{E26556F0-3AE6-792A-8AC1-20D081CC5FAA}"/>
              </a:ext>
            </a:extLst>
          </p:cNvPr>
          <p:cNvSpPr>
            <a:spLocks noGrp="1"/>
          </p:cNvSpPr>
          <p:nvPr>
            <p:ph type="sldNum" sz="quarter" idx="12"/>
          </p:nvPr>
        </p:nvSpPr>
        <p:spPr>
          <a:xfrm>
            <a:off x="11567592" y="6428232"/>
            <a:ext cx="493776" cy="365760"/>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11</a:t>
            </a:fld>
            <a:endParaRPr lang="en-US"/>
          </a:p>
        </p:txBody>
      </p:sp>
      <p:pic>
        <p:nvPicPr>
          <p:cNvPr id="7" name="Content Placeholder 6" descr="Blog de comida - variedade de frutas e vegetais em mesa de madeira, filmada de cima usando smartphone, close-up">
            <a:extLst>
              <a:ext uri="{FF2B5EF4-FFF2-40B4-BE49-F238E27FC236}">
                <a16:creationId xmlns:a16="http://schemas.microsoft.com/office/drawing/2014/main" id="{56E6E9E6-EF3A-45AB-B6E7-DC5369460D21}"/>
              </a:ext>
            </a:extLst>
          </p:cNvPr>
          <p:cNvPicPr>
            <a:picLocks noGrp="1" noChangeAspect="1"/>
          </p:cNvPicPr>
          <p:nvPr>
            <p:ph idx="1"/>
          </p:nvPr>
        </p:nvPicPr>
        <p:blipFill>
          <a:blip r:embed="rId3"/>
          <a:srcRect l="4015" r="27002"/>
          <a:stretch>
            <a:fillRect/>
          </a:stretch>
        </p:blipFill>
        <p:spPr>
          <a:xfrm>
            <a:off x="6194513" y="776036"/>
            <a:ext cx="5866854" cy="5676965"/>
          </a:xfrm>
        </p:spPr>
      </p:pic>
    </p:spTree>
    <p:extLst>
      <p:ext uri="{BB962C8B-B14F-4D97-AF65-F5344CB8AC3E}">
        <p14:creationId xmlns:p14="http://schemas.microsoft.com/office/powerpoint/2010/main" val="1865181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D9541-69E7-5D5D-5BD0-185756FC48F2}"/>
              </a:ext>
            </a:extLst>
          </p:cNvPr>
          <p:cNvSpPr>
            <a:spLocks noGrp="1"/>
          </p:cNvSpPr>
          <p:nvPr>
            <p:ph type="title"/>
          </p:nvPr>
        </p:nvSpPr>
        <p:spPr>
          <a:xfrm>
            <a:off x="612648" y="2093976"/>
            <a:ext cx="6528816" cy="4178808"/>
          </a:xfrm>
        </p:spPr>
        <p:txBody>
          <a:bodyPr anchor="b">
            <a:normAutofit/>
          </a:bodyPr>
          <a:lstStyle/>
          <a:p>
            <a:r>
              <a:rPr lang="en-US"/>
              <a:t>Análise de Viabilidade Técnica e Econômica</a:t>
            </a:r>
          </a:p>
        </p:txBody>
      </p:sp>
      <p:sp>
        <p:nvSpPr>
          <p:cNvPr id="4" name="Footer Placeholder 3">
            <a:extLst>
              <a:ext uri="{FF2B5EF4-FFF2-40B4-BE49-F238E27FC236}">
                <a16:creationId xmlns:a16="http://schemas.microsoft.com/office/drawing/2014/main" id="{88457D3A-3459-A816-0C41-375989752089}"/>
              </a:ext>
            </a:extLst>
          </p:cNvPr>
          <p:cNvSpPr>
            <a:spLocks noGrp="1"/>
          </p:cNvSpPr>
          <p:nvPr>
            <p:ph type="ftr" sz="quarter" idx="11"/>
          </p:nvPr>
        </p:nvSpPr>
        <p:spPr>
          <a:xfrm>
            <a:off x="612648" y="6318504"/>
            <a:ext cx="4096512" cy="365760"/>
          </a:xfrm>
        </p:spPr>
        <p:txBody>
          <a:bodyPr anchor="ctr">
            <a:normAutofit/>
          </a:bodyPr>
          <a:lstStyle/>
          <a:p>
            <a:pPr rtl="0">
              <a:spcAft>
                <a:spcPts val="600"/>
              </a:spcAft>
            </a:pPr>
            <a:r>
              <a:rPr lang="pt-br"/>
              <a:t>Exemplo de Texto de Rodapé</a:t>
            </a:r>
            <a:endParaRPr lang="en-US"/>
          </a:p>
        </p:txBody>
      </p:sp>
      <p:sp>
        <p:nvSpPr>
          <p:cNvPr id="5" name="Date Placeholder 4">
            <a:extLst>
              <a:ext uri="{FF2B5EF4-FFF2-40B4-BE49-F238E27FC236}">
                <a16:creationId xmlns:a16="http://schemas.microsoft.com/office/drawing/2014/main" id="{7077E6C4-6F77-AEC6-BA42-4B369689EC8F}"/>
              </a:ext>
            </a:extLst>
          </p:cNvPr>
          <p:cNvSpPr>
            <a:spLocks noGrp="1"/>
          </p:cNvSpPr>
          <p:nvPr>
            <p:ph type="dt" sz="half" idx="10"/>
          </p:nvPr>
        </p:nvSpPr>
        <p:spPr>
          <a:xfrm>
            <a:off x="8430768" y="6318504"/>
            <a:ext cx="3136392" cy="365760"/>
          </a:xfrm>
        </p:spPr>
        <p:txBody>
          <a:bodyPr anchor="ctr">
            <a:normAutofit/>
          </a:bodyPr>
          <a:lstStyle/>
          <a:p>
            <a:pPr rtl="0">
              <a:spcAft>
                <a:spcPts val="600"/>
              </a:spcAft>
            </a:pPr>
            <a:r>
              <a:rPr lang="en-US"/>
              <a:t>20/2/2025</a:t>
            </a:r>
          </a:p>
        </p:txBody>
      </p:sp>
      <p:sp>
        <p:nvSpPr>
          <p:cNvPr id="6" name="Slide Number Placeholder 5">
            <a:extLst>
              <a:ext uri="{FF2B5EF4-FFF2-40B4-BE49-F238E27FC236}">
                <a16:creationId xmlns:a16="http://schemas.microsoft.com/office/drawing/2014/main" id="{F4486470-0636-656A-1AEA-61C3A8134BFF}"/>
              </a:ext>
            </a:extLst>
          </p:cNvPr>
          <p:cNvSpPr>
            <a:spLocks noGrp="1"/>
          </p:cNvSpPr>
          <p:nvPr>
            <p:ph type="sldNum" sz="quarter" idx="12"/>
          </p:nvPr>
        </p:nvSpPr>
        <p:spPr>
          <a:xfrm>
            <a:off x="11484864" y="6318504"/>
            <a:ext cx="493776" cy="365760"/>
          </a:xfrm>
        </p:spPr>
        <p:txBody>
          <a:bodyPr anchor="ctr">
            <a:normAutofit/>
          </a:bodyPr>
          <a:lstStyle/>
          <a:p>
            <a:pPr rtl="0">
              <a:spcAft>
                <a:spcPts val="600"/>
              </a:spcAft>
            </a:pPr>
            <a:fld id="{CC057153-B650-4DEB-B370-79DDCFDCE934}" type="slidenum">
              <a:rPr lang="en-US" smtClean="0"/>
              <a:pPr rtl="0">
                <a:spcAft>
                  <a:spcPts val="600"/>
                </a:spcAft>
              </a:pPr>
              <a:t>12</a:t>
            </a:fld>
            <a:endParaRPr lang="en-US"/>
          </a:p>
        </p:txBody>
      </p:sp>
    </p:spTree>
    <p:extLst>
      <p:ext uri="{BB962C8B-B14F-4D97-AF65-F5344CB8AC3E}">
        <p14:creationId xmlns:p14="http://schemas.microsoft.com/office/powerpoint/2010/main" val="679917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A785-72A3-783B-AD8C-439C832EC223}"/>
              </a:ext>
            </a:extLst>
          </p:cNvPr>
          <p:cNvSpPr>
            <a:spLocks noGrp="1"/>
          </p:cNvSpPr>
          <p:nvPr>
            <p:ph type="title"/>
          </p:nvPr>
        </p:nvSpPr>
        <p:spPr>
          <a:xfrm>
            <a:off x="8165592" y="1008126"/>
            <a:ext cx="3401567" cy="1947672"/>
          </a:xfrm>
        </p:spPr>
        <p:txBody>
          <a:bodyPr vert="horz" lIns="91440" tIns="45720" rIns="91440" bIns="45720" rtlCol="0" anchor="b">
            <a:normAutofit/>
          </a:bodyPr>
          <a:lstStyle/>
          <a:p>
            <a:r>
              <a:rPr lang="en-US"/>
              <a:t>Recursos Necessários e Sustentabilidade do Projeto</a:t>
            </a:r>
          </a:p>
        </p:txBody>
      </p:sp>
      <p:pic>
        <p:nvPicPr>
          <p:cNvPr id="7" name="Content Placeholder 6" descr="Conjunto de ícones em forma de nuvem com símbolos de serviços, atividades e dados de uma cidade inteligente com arranha-céus e prédios ao pôr do sol: automação residencial e predial. Comunicando-se pela Internet das Coisas. O sistema de computação em nuvem é conectado aos edifícios por caminhos e vetores com nós brilhantes. Símbolos brancos sobre fundo vermelho, amarelo e laranja.  Todos os ícones foram expressamente desenhados para essas ilustrações.">
            <a:extLst>
              <a:ext uri="{FF2B5EF4-FFF2-40B4-BE49-F238E27FC236}">
                <a16:creationId xmlns:a16="http://schemas.microsoft.com/office/drawing/2014/main" id="{41DEDF16-754A-4449-AF6F-140CEFE8AEA2}"/>
              </a:ext>
            </a:extLst>
          </p:cNvPr>
          <p:cNvPicPr>
            <a:picLocks noGrp="1" noChangeAspect="1"/>
          </p:cNvPicPr>
          <p:nvPr>
            <p:ph type="pic" sz="quarter" idx="15"/>
          </p:nvPr>
        </p:nvPicPr>
        <p:blipFill>
          <a:blip r:embed="rId3"/>
          <a:srcRect l="23115" r="1379" b="1"/>
          <a:stretch>
            <a:fillRect/>
          </a:stretch>
        </p:blipFill>
        <p:spPr>
          <a:xfrm>
            <a:off x="115866" y="10"/>
            <a:ext cx="7397496" cy="6857990"/>
          </a:xfrm>
        </p:spPr>
      </p:pic>
      <p:sp>
        <p:nvSpPr>
          <p:cNvPr id="8" name="TextBox 7">
            <a:extLst>
              <a:ext uri="{FF2B5EF4-FFF2-40B4-BE49-F238E27FC236}">
                <a16:creationId xmlns:a16="http://schemas.microsoft.com/office/drawing/2014/main" id="{742E7F0D-922F-453B-A8FF-E88835BA2369}"/>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3099816"/>
            <a:ext cx="3401567" cy="3054096"/>
          </a:xfrm>
          <a:prstGeom prst="rect">
            <a:avLst/>
          </a:prstGeom>
        </p:spPr>
        <p:txBody>
          <a:bodyPr>
            <a:normAutofit/>
          </a:bodyPr>
          <a:lstStyle/>
          <a:p>
            <a:pPr marL="0" indent="0">
              <a:lnSpc>
                <a:spcPct val="90000"/>
              </a:lnSpc>
              <a:spcBef>
                <a:spcPts val="2500"/>
              </a:spcBef>
              <a:spcAft>
                <a:spcPts val="600"/>
              </a:spcAft>
              <a:buNone/>
            </a:pPr>
            <a:r>
              <a:rPr lang="en-US" sz="900" b="1"/>
              <a:t>Viabilidade Técnica</a:t>
            </a:r>
          </a:p>
          <a:p>
            <a:pPr marL="0" lvl="1" indent="0">
              <a:lnSpc>
                <a:spcPct val="90000"/>
              </a:lnSpc>
              <a:spcBef>
                <a:spcPts val="1000"/>
              </a:spcBef>
              <a:spcAft>
                <a:spcPts val="600"/>
              </a:spcAft>
              <a:buNone/>
            </a:pPr>
            <a:r>
              <a:rPr lang="en-US" sz="900"/>
              <a:t>O projeto usa tecnologias consolidadas como código de barras, desenvolvimento móvel e bancos de dados em nuvem, garantindo viabilidade técnica.</a:t>
            </a:r>
          </a:p>
          <a:p>
            <a:pPr marL="0" indent="0">
              <a:lnSpc>
                <a:spcPct val="90000"/>
              </a:lnSpc>
              <a:spcBef>
                <a:spcPts val="2500"/>
              </a:spcBef>
              <a:spcAft>
                <a:spcPts val="600"/>
              </a:spcAft>
              <a:buNone/>
            </a:pPr>
            <a:r>
              <a:rPr lang="en-US" sz="900" b="1"/>
              <a:t>Recursos Humanos e Infraestrutura</a:t>
            </a:r>
          </a:p>
          <a:p>
            <a:pPr marL="0" lvl="1" indent="0">
              <a:lnSpc>
                <a:spcPct val="90000"/>
              </a:lnSpc>
              <a:spcBef>
                <a:spcPts val="1000"/>
              </a:spcBef>
              <a:spcAft>
                <a:spcPts val="600"/>
              </a:spcAft>
              <a:buNone/>
            </a:pPr>
            <a:r>
              <a:rPr lang="en-US" sz="900"/>
              <a:t>Equipe pequena de desenvolvedores e responsável pelo banco de dados, com infraestrutura básica de computadores e internet.</a:t>
            </a:r>
          </a:p>
          <a:p>
            <a:pPr marL="0" indent="0">
              <a:lnSpc>
                <a:spcPct val="90000"/>
              </a:lnSpc>
              <a:spcBef>
                <a:spcPts val="2500"/>
              </a:spcBef>
              <a:spcAft>
                <a:spcPts val="600"/>
              </a:spcAft>
              <a:buNone/>
            </a:pPr>
            <a:r>
              <a:rPr lang="en-US" sz="900" b="1"/>
              <a:t>Aspectos Econômicos</a:t>
            </a:r>
          </a:p>
          <a:p>
            <a:pPr marL="0" lvl="1" indent="0">
              <a:lnSpc>
                <a:spcPct val="90000"/>
              </a:lnSpc>
              <a:spcBef>
                <a:spcPts val="1000"/>
              </a:spcBef>
              <a:spcAft>
                <a:spcPts val="600"/>
              </a:spcAft>
              <a:buNone/>
            </a:pPr>
            <a:r>
              <a:rPr lang="en-US" sz="900"/>
              <a:t>Custos principais envolvem desenvolvimento, manutenção e marketing, com fontes de receita como versões premium e parcerias.</a:t>
            </a:r>
          </a:p>
        </p:txBody>
      </p:sp>
      <p:sp>
        <p:nvSpPr>
          <p:cNvPr id="4" name="Footer Placeholder 3">
            <a:extLst>
              <a:ext uri="{FF2B5EF4-FFF2-40B4-BE49-F238E27FC236}">
                <a16:creationId xmlns:a16="http://schemas.microsoft.com/office/drawing/2014/main" id="{F8150C5A-BE92-75C3-BBA3-B01B898E6F85}"/>
              </a:ext>
            </a:extLst>
          </p:cNvPr>
          <p:cNvSpPr>
            <a:spLocks noGrp="1"/>
          </p:cNvSpPr>
          <p:nvPr>
            <p:ph type="ftr" sz="quarter" idx="17"/>
          </p:nvPr>
        </p:nvSpPr>
        <p:spPr>
          <a:xfrm>
            <a:off x="8165592" y="6318504"/>
            <a:ext cx="2331720" cy="365760"/>
          </a:xfrm>
        </p:spPr>
        <p:txBody>
          <a:bodyPr vert="horz" lIns="91440" tIns="45720" rIns="91440" bIns="45720" rtlCol="0" anchor="ctr">
            <a:normAutofit/>
          </a:bodyPr>
          <a:lstStyle/>
          <a:p>
            <a:pPr>
              <a:spcAft>
                <a:spcPts val="600"/>
              </a:spcAft>
            </a:pPr>
            <a:r>
              <a:rPr lang="pt-br" kern="1200">
                <a:latin typeface="+mn-lt"/>
                <a:ea typeface="+mn-ea"/>
                <a:cs typeface="+mn-cs"/>
              </a:rPr>
              <a:t>Exemplo de Texto de Rodapé</a:t>
            </a:r>
          </a:p>
        </p:txBody>
      </p:sp>
      <p:sp>
        <p:nvSpPr>
          <p:cNvPr id="5" name="Date Placeholder 4">
            <a:extLst>
              <a:ext uri="{FF2B5EF4-FFF2-40B4-BE49-F238E27FC236}">
                <a16:creationId xmlns:a16="http://schemas.microsoft.com/office/drawing/2014/main" id="{3BECF56D-AAD6-0672-5AAE-9F6656145F56}"/>
              </a:ext>
            </a:extLst>
          </p:cNvPr>
          <p:cNvSpPr>
            <a:spLocks noGrp="1"/>
          </p:cNvSpPr>
          <p:nvPr>
            <p:ph type="dt" sz="half" idx="16"/>
          </p:nvPr>
        </p:nvSpPr>
        <p:spPr>
          <a:xfrm>
            <a:off x="10497312" y="6318504"/>
            <a:ext cx="1069847" cy="365760"/>
          </a:xfrm>
        </p:spPr>
        <p:txBody>
          <a:bodyPr vert="horz" lIns="91440" tIns="45720" rIns="91440" bIns="45720" rtlCol="0" anchor="ctr">
            <a:normAutofit/>
          </a:bodyPr>
          <a:lstStyle/>
          <a:p>
            <a:pPr>
              <a:spcAft>
                <a:spcPts val="600"/>
              </a:spcAft>
            </a:pPr>
            <a:r>
              <a:rPr lang="en-US" kern="1200">
                <a:latin typeface="+mn-lt"/>
                <a:ea typeface="+mn-ea"/>
                <a:cs typeface="+mn-cs"/>
              </a:rPr>
              <a:t>20/2/2025</a:t>
            </a:r>
          </a:p>
        </p:txBody>
      </p:sp>
      <p:sp>
        <p:nvSpPr>
          <p:cNvPr id="6" name="Slide Number Placeholder 5">
            <a:extLst>
              <a:ext uri="{FF2B5EF4-FFF2-40B4-BE49-F238E27FC236}">
                <a16:creationId xmlns:a16="http://schemas.microsoft.com/office/drawing/2014/main" id="{2A96E574-8A6C-C0E3-0168-8EDB1907C069}"/>
              </a:ext>
            </a:extLst>
          </p:cNvPr>
          <p:cNvSpPr>
            <a:spLocks noGrp="1"/>
          </p:cNvSpPr>
          <p:nvPr>
            <p:ph type="sldNum" sz="quarter" idx="18"/>
          </p:nvPr>
        </p:nvSpPr>
        <p:spPr>
          <a:xfrm>
            <a:off x="11484864" y="6318504"/>
            <a:ext cx="493776" cy="365760"/>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13</a:t>
            </a:fld>
            <a:endParaRPr lang="en-US"/>
          </a:p>
        </p:txBody>
      </p:sp>
    </p:spTree>
    <p:extLst>
      <p:ext uri="{BB962C8B-B14F-4D97-AF65-F5344CB8AC3E}">
        <p14:creationId xmlns:p14="http://schemas.microsoft.com/office/powerpoint/2010/main" val="40577351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8441-E5A9-E9B0-AF7A-ABC999FB8595}"/>
              </a:ext>
            </a:extLst>
          </p:cNvPr>
          <p:cNvSpPr>
            <a:spLocks noGrp="1"/>
          </p:cNvSpPr>
          <p:nvPr>
            <p:ph type="title"/>
          </p:nvPr>
        </p:nvSpPr>
        <p:spPr>
          <a:xfrm>
            <a:off x="612648" y="2093976"/>
            <a:ext cx="6528816" cy="4178808"/>
          </a:xfrm>
        </p:spPr>
        <p:txBody>
          <a:bodyPr anchor="b">
            <a:normAutofit/>
          </a:bodyPr>
          <a:lstStyle/>
          <a:p>
            <a:r>
              <a:rPr lang="en-US"/>
              <a:t>Desafios do Projeto</a:t>
            </a:r>
          </a:p>
        </p:txBody>
      </p:sp>
      <p:sp>
        <p:nvSpPr>
          <p:cNvPr id="4" name="Footer Placeholder 3">
            <a:extLst>
              <a:ext uri="{FF2B5EF4-FFF2-40B4-BE49-F238E27FC236}">
                <a16:creationId xmlns:a16="http://schemas.microsoft.com/office/drawing/2014/main" id="{2BC97DBC-96C1-B0B7-3CEB-932E4E4F072B}"/>
              </a:ext>
            </a:extLst>
          </p:cNvPr>
          <p:cNvSpPr>
            <a:spLocks noGrp="1"/>
          </p:cNvSpPr>
          <p:nvPr>
            <p:ph type="ftr" sz="quarter" idx="11"/>
          </p:nvPr>
        </p:nvSpPr>
        <p:spPr>
          <a:xfrm>
            <a:off x="612648" y="6318504"/>
            <a:ext cx="4096512" cy="365760"/>
          </a:xfrm>
        </p:spPr>
        <p:txBody>
          <a:bodyPr anchor="ctr">
            <a:normAutofit/>
          </a:bodyPr>
          <a:lstStyle/>
          <a:p>
            <a:pPr rtl="0">
              <a:spcAft>
                <a:spcPts val="600"/>
              </a:spcAft>
            </a:pPr>
            <a:r>
              <a:rPr lang="pt-br"/>
              <a:t>Exemplo de Texto de Rodapé</a:t>
            </a:r>
            <a:endParaRPr lang="en-US"/>
          </a:p>
        </p:txBody>
      </p:sp>
      <p:sp>
        <p:nvSpPr>
          <p:cNvPr id="5" name="Date Placeholder 4">
            <a:extLst>
              <a:ext uri="{FF2B5EF4-FFF2-40B4-BE49-F238E27FC236}">
                <a16:creationId xmlns:a16="http://schemas.microsoft.com/office/drawing/2014/main" id="{638E733E-DE4C-5B4C-0862-C75B8F01A5D7}"/>
              </a:ext>
            </a:extLst>
          </p:cNvPr>
          <p:cNvSpPr>
            <a:spLocks noGrp="1"/>
          </p:cNvSpPr>
          <p:nvPr>
            <p:ph type="dt" sz="half" idx="10"/>
          </p:nvPr>
        </p:nvSpPr>
        <p:spPr>
          <a:xfrm>
            <a:off x="8430768" y="6318504"/>
            <a:ext cx="3136392" cy="365760"/>
          </a:xfrm>
        </p:spPr>
        <p:txBody>
          <a:bodyPr anchor="ctr">
            <a:normAutofit/>
          </a:bodyPr>
          <a:lstStyle/>
          <a:p>
            <a:pPr rtl="0">
              <a:spcAft>
                <a:spcPts val="600"/>
              </a:spcAft>
            </a:pPr>
            <a:r>
              <a:rPr lang="en-US"/>
              <a:t>20/2/2025</a:t>
            </a:r>
          </a:p>
        </p:txBody>
      </p:sp>
      <p:sp>
        <p:nvSpPr>
          <p:cNvPr id="6" name="Slide Number Placeholder 5">
            <a:extLst>
              <a:ext uri="{FF2B5EF4-FFF2-40B4-BE49-F238E27FC236}">
                <a16:creationId xmlns:a16="http://schemas.microsoft.com/office/drawing/2014/main" id="{E8E817FD-E965-C299-BAF4-3B4D813B1F56}"/>
              </a:ext>
            </a:extLst>
          </p:cNvPr>
          <p:cNvSpPr>
            <a:spLocks noGrp="1"/>
          </p:cNvSpPr>
          <p:nvPr>
            <p:ph type="sldNum" sz="quarter" idx="12"/>
          </p:nvPr>
        </p:nvSpPr>
        <p:spPr>
          <a:xfrm>
            <a:off x="11484864" y="6318504"/>
            <a:ext cx="493776" cy="365760"/>
          </a:xfrm>
        </p:spPr>
        <p:txBody>
          <a:bodyPr anchor="ctr">
            <a:normAutofit/>
          </a:bodyPr>
          <a:lstStyle/>
          <a:p>
            <a:pPr rtl="0">
              <a:spcAft>
                <a:spcPts val="600"/>
              </a:spcAft>
            </a:pPr>
            <a:fld id="{CC057153-B650-4DEB-B370-79DDCFDCE934}" type="slidenum">
              <a:rPr lang="en-US" smtClean="0"/>
              <a:pPr rtl="0">
                <a:spcAft>
                  <a:spcPts val="600"/>
                </a:spcAft>
              </a:pPr>
              <a:t>14</a:t>
            </a:fld>
            <a:endParaRPr lang="en-US"/>
          </a:p>
        </p:txBody>
      </p:sp>
    </p:spTree>
    <p:extLst>
      <p:ext uri="{BB962C8B-B14F-4D97-AF65-F5344CB8AC3E}">
        <p14:creationId xmlns:p14="http://schemas.microsoft.com/office/powerpoint/2010/main" val="30957779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C82D9-C094-00A9-7AFA-3E713455BB36}"/>
              </a:ext>
            </a:extLst>
          </p:cNvPr>
          <p:cNvSpPr>
            <a:spLocks noGrp="1"/>
          </p:cNvSpPr>
          <p:nvPr>
            <p:ph type="title"/>
          </p:nvPr>
        </p:nvSpPr>
        <p:spPr>
          <a:xfrm>
            <a:off x="612648" y="502920"/>
            <a:ext cx="6858000" cy="841248"/>
          </a:xfrm>
        </p:spPr>
        <p:txBody>
          <a:bodyPr vert="horz" lIns="91440" tIns="45720" rIns="91440" bIns="45720" rtlCol="0" anchor="b">
            <a:normAutofit/>
          </a:bodyPr>
          <a:lstStyle/>
          <a:p>
            <a:r>
              <a:rPr lang="en-US" sz="2700"/>
              <a:t>Principais Desafios Técnicos e Operacionais</a:t>
            </a:r>
          </a:p>
        </p:txBody>
      </p:sp>
      <p:sp>
        <p:nvSpPr>
          <p:cNvPr id="8" name="TextBox 7">
            <a:extLst>
              <a:ext uri="{FF2B5EF4-FFF2-40B4-BE49-F238E27FC236}">
                <a16:creationId xmlns:a16="http://schemas.microsoft.com/office/drawing/2014/main" id="{DA79B4F6-5E93-44AF-8D5E-0F6DF260655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1472184"/>
            <a:ext cx="6858000" cy="4782312"/>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Atualização e Confiabilidade de Dados</a:t>
            </a:r>
          </a:p>
          <a:p>
            <a:pPr marL="0" lvl="1" indent="0">
              <a:spcBef>
                <a:spcPts val="1000"/>
              </a:spcBef>
              <a:spcAft>
                <a:spcPts val="600"/>
              </a:spcAft>
              <a:buFont typeface="Arial" panose="020B0604020202020204" pitchFamily="34" charset="0"/>
              <a:buNone/>
            </a:pPr>
            <a:r>
              <a:rPr lang="en-US" sz="1400"/>
              <a:t>Garantir a atualização constante e confiável das informações nutricionais é crucial devido a frequentes mudanças nos produtos.</a:t>
            </a:r>
          </a:p>
          <a:p>
            <a:pPr marL="0" indent="0">
              <a:spcBef>
                <a:spcPts val="2500"/>
              </a:spcBef>
              <a:spcAft>
                <a:spcPts val="600"/>
              </a:spcAft>
              <a:buFont typeface="Arial" panose="020B0604020202020204" pitchFamily="34" charset="0"/>
              <a:buNone/>
            </a:pPr>
            <a:r>
              <a:rPr lang="en-US" sz="1400" b="1"/>
              <a:t>Classificação e Gestão Jurídica</a:t>
            </a:r>
          </a:p>
          <a:p>
            <a:pPr marL="0" lvl="1" indent="0">
              <a:spcBef>
                <a:spcPts val="1000"/>
              </a:spcBef>
              <a:spcAft>
                <a:spcPts val="600"/>
              </a:spcAft>
              <a:buFont typeface="Arial" panose="020B0604020202020204" pitchFamily="34" charset="0"/>
              <a:buNone/>
            </a:pPr>
            <a:r>
              <a:rPr lang="en-US" sz="1400"/>
              <a:t>Classificar ingredientes complexos corretamente e gerenciar responsabilidades legais minimiza riscos de informações incorretas.</a:t>
            </a:r>
          </a:p>
          <a:p>
            <a:pPr marL="0" indent="0">
              <a:spcBef>
                <a:spcPts val="2500"/>
              </a:spcBef>
              <a:spcAft>
                <a:spcPts val="600"/>
              </a:spcAft>
              <a:buFont typeface="Arial" panose="020B0604020202020204" pitchFamily="34" charset="0"/>
              <a:buNone/>
            </a:pPr>
            <a:r>
              <a:rPr lang="en-US" sz="1400" b="1"/>
              <a:t>Banco de Dados Escalável e Seguro</a:t>
            </a:r>
          </a:p>
          <a:p>
            <a:pPr marL="0" lvl="1" indent="0">
              <a:spcBef>
                <a:spcPts val="1000"/>
              </a:spcBef>
              <a:spcAft>
                <a:spcPts val="600"/>
              </a:spcAft>
              <a:buFont typeface="Arial" panose="020B0604020202020204" pitchFamily="34" charset="0"/>
              <a:buNone/>
            </a:pPr>
            <a:r>
              <a:rPr lang="en-US" sz="1400"/>
              <a:t>Desenvolver um banco de dados seguro e escalável é essencial para suportar o crescimento do número de usuários.</a:t>
            </a:r>
          </a:p>
          <a:p>
            <a:pPr marL="0" indent="0">
              <a:spcBef>
                <a:spcPts val="2500"/>
              </a:spcBef>
              <a:spcAft>
                <a:spcPts val="600"/>
              </a:spcAft>
              <a:buFont typeface="Arial" panose="020B0604020202020204" pitchFamily="34" charset="0"/>
              <a:buNone/>
            </a:pPr>
            <a:r>
              <a:rPr lang="en-US" sz="1400" b="1"/>
              <a:t>Mitigação de Riscos</a:t>
            </a:r>
          </a:p>
          <a:p>
            <a:pPr marL="0" lvl="1" indent="0">
              <a:spcBef>
                <a:spcPts val="1000"/>
              </a:spcBef>
              <a:spcAft>
                <a:spcPts val="600"/>
              </a:spcAft>
              <a:buFont typeface="Arial" panose="020B0604020202020204" pitchFamily="34" charset="0"/>
              <a:buNone/>
            </a:pPr>
            <a:r>
              <a:rPr lang="en-US" sz="1400"/>
              <a:t>Uso de fontes públicas confiáveis, validação de dados e avisos claros garantem credibilidade e sustentabilidade.</a:t>
            </a:r>
          </a:p>
        </p:txBody>
      </p:sp>
      <p:sp>
        <p:nvSpPr>
          <p:cNvPr id="4" name="Footer Placeholder 3">
            <a:extLst>
              <a:ext uri="{FF2B5EF4-FFF2-40B4-BE49-F238E27FC236}">
                <a16:creationId xmlns:a16="http://schemas.microsoft.com/office/drawing/2014/main" id="{4F91910E-2476-471B-7057-D3EDDEE1DC42}"/>
              </a:ext>
            </a:extLst>
          </p:cNvPr>
          <p:cNvSpPr>
            <a:spLocks noGrp="1"/>
          </p:cNvSpPr>
          <p:nvPr>
            <p:ph type="ftr" sz="quarter" idx="17"/>
          </p:nvPr>
        </p:nvSpPr>
        <p:spPr>
          <a:xfrm>
            <a:off x="612648" y="6318504"/>
            <a:ext cx="4096512" cy="365760"/>
          </a:xfrm>
        </p:spPr>
        <p:txBody>
          <a:bodyPr vert="horz" lIns="91440" tIns="45720" rIns="91440" bIns="45720" rtlCol="0" anchor="ctr">
            <a:normAutofit/>
          </a:bodyPr>
          <a:lstStyle/>
          <a:p>
            <a:pPr>
              <a:spcAft>
                <a:spcPts val="600"/>
              </a:spcAft>
            </a:pPr>
            <a:r>
              <a:rPr lang="pt-br"/>
              <a:t>Exemplo de Texto de Rodapé</a:t>
            </a:r>
          </a:p>
        </p:txBody>
      </p:sp>
      <p:sp>
        <p:nvSpPr>
          <p:cNvPr id="5" name="Date Placeholder 4">
            <a:extLst>
              <a:ext uri="{FF2B5EF4-FFF2-40B4-BE49-F238E27FC236}">
                <a16:creationId xmlns:a16="http://schemas.microsoft.com/office/drawing/2014/main" id="{7E3FCFFD-3FF0-A243-F2E2-38D326A8433F}"/>
              </a:ext>
            </a:extLst>
          </p:cNvPr>
          <p:cNvSpPr>
            <a:spLocks noGrp="1"/>
          </p:cNvSpPr>
          <p:nvPr>
            <p:ph type="dt" sz="half" idx="16"/>
          </p:nvPr>
        </p:nvSpPr>
        <p:spPr>
          <a:xfrm>
            <a:off x="4709160" y="6318504"/>
            <a:ext cx="2350008" cy="365760"/>
          </a:xfrm>
        </p:spPr>
        <p:txBody>
          <a:bodyPr vert="horz" lIns="91440" tIns="45720" rIns="91440" bIns="45720" rtlCol="0" anchor="ctr">
            <a:normAutofit/>
          </a:bodyPr>
          <a:lstStyle/>
          <a:p>
            <a:pPr>
              <a:spcAft>
                <a:spcPts val="600"/>
              </a:spcAft>
            </a:pPr>
            <a:r>
              <a:rPr lang="en-US" kern="1200">
                <a:latin typeface="+mn-lt"/>
                <a:ea typeface="+mn-ea"/>
                <a:cs typeface="+mn-cs"/>
              </a:rPr>
              <a:t>20/2/2025</a:t>
            </a:r>
          </a:p>
        </p:txBody>
      </p:sp>
      <p:sp>
        <p:nvSpPr>
          <p:cNvPr id="6" name="Slide Number Placeholder 5">
            <a:extLst>
              <a:ext uri="{FF2B5EF4-FFF2-40B4-BE49-F238E27FC236}">
                <a16:creationId xmlns:a16="http://schemas.microsoft.com/office/drawing/2014/main" id="{6B018F20-6EDE-188E-301C-6C0701013145}"/>
              </a:ext>
            </a:extLst>
          </p:cNvPr>
          <p:cNvSpPr>
            <a:spLocks noGrp="1"/>
          </p:cNvSpPr>
          <p:nvPr>
            <p:ph type="sldNum" sz="quarter" idx="18"/>
          </p:nvPr>
        </p:nvSpPr>
        <p:spPr>
          <a:xfrm>
            <a:off x="6976872" y="6318504"/>
            <a:ext cx="493776" cy="365760"/>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15</a:t>
            </a:fld>
            <a:endParaRPr lang="en-US"/>
          </a:p>
        </p:txBody>
      </p:sp>
      <p:pic>
        <p:nvPicPr>
          <p:cNvPr id="7" name="Content Placeholder 6" descr="Símbolos de banco de dados com setas e pasta de arquivos">
            <a:extLst>
              <a:ext uri="{FF2B5EF4-FFF2-40B4-BE49-F238E27FC236}">
                <a16:creationId xmlns:a16="http://schemas.microsoft.com/office/drawing/2014/main" id="{CB35F1F8-BC5F-434B-BF6F-4206AE45D751}"/>
              </a:ext>
            </a:extLst>
          </p:cNvPr>
          <p:cNvPicPr>
            <a:picLocks noGrp="1" noChangeAspect="1"/>
          </p:cNvPicPr>
          <p:nvPr>
            <p:ph type="pic" sz="quarter" idx="15"/>
          </p:nvPr>
        </p:nvPicPr>
        <p:blipFill>
          <a:blip r:embed="rId3"/>
          <a:srcRect l="32508" r="19384" b="2"/>
          <a:stretch>
            <a:fillRect/>
          </a:stretch>
        </p:blipFill>
        <p:spPr>
          <a:xfrm>
            <a:off x="8129142" y="10"/>
            <a:ext cx="3939493" cy="6857990"/>
          </a:xfrm>
        </p:spPr>
      </p:pic>
    </p:spTree>
    <p:extLst>
      <p:ext uri="{BB962C8B-B14F-4D97-AF65-F5344CB8AC3E}">
        <p14:creationId xmlns:p14="http://schemas.microsoft.com/office/powerpoint/2010/main" val="25042492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2E181-2DE5-8D59-8DF4-28DC050442FA}"/>
              </a:ext>
            </a:extLst>
          </p:cNvPr>
          <p:cNvSpPr>
            <a:spLocks noGrp="1"/>
          </p:cNvSpPr>
          <p:nvPr>
            <p:ph type="title"/>
          </p:nvPr>
        </p:nvSpPr>
        <p:spPr>
          <a:xfrm>
            <a:off x="612648" y="2093976"/>
            <a:ext cx="6528816" cy="4178808"/>
          </a:xfrm>
        </p:spPr>
        <p:txBody>
          <a:bodyPr anchor="b">
            <a:normAutofit/>
          </a:bodyPr>
          <a:lstStyle/>
          <a:p>
            <a:r>
              <a:rPr lang="en-US"/>
              <a:t>Conclusão e Referências</a:t>
            </a:r>
          </a:p>
        </p:txBody>
      </p:sp>
      <p:sp>
        <p:nvSpPr>
          <p:cNvPr id="4" name="Footer Placeholder 3">
            <a:extLst>
              <a:ext uri="{FF2B5EF4-FFF2-40B4-BE49-F238E27FC236}">
                <a16:creationId xmlns:a16="http://schemas.microsoft.com/office/drawing/2014/main" id="{CA23474E-2BB2-2946-3778-57499981CB8C}"/>
              </a:ext>
            </a:extLst>
          </p:cNvPr>
          <p:cNvSpPr>
            <a:spLocks noGrp="1"/>
          </p:cNvSpPr>
          <p:nvPr>
            <p:ph type="ftr" sz="quarter" idx="11"/>
          </p:nvPr>
        </p:nvSpPr>
        <p:spPr>
          <a:xfrm>
            <a:off x="612648" y="6318504"/>
            <a:ext cx="4096512" cy="365760"/>
          </a:xfrm>
        </p:spPr>
        <p:txBody>
          <a:bodyPr anchor="ctr">
            <a:normAutofit/>
          </a:bodyPr>
          <a:lstStyle/>
          <a:p>
            <a:pPr rtl="0">
              <a:spcAft>
                <a:spcPts val="600"/>
              </a:spcAft>
            </a:pPr>
            <a:r>
              <a:rPr lang="pt-br"/>
              <a:t>Exemplo de Texto de Rodapé</a:t>
            </a:r>
            <a:endParaRPr lang="en-US"/>
          </a:p>
        </p:txBody>
      </p:sp>
      <p:sp>
        <p:nvSpPr>
          <p:cNvPr id="5" name="Date Placeholder 4">
            <a:extLst>
              <a:ext uri="{FF2B5EF4-FFF2-40B4-BE49-F238E27FC236}">
                <a16:creationId xmlns:a16="http://schemas.microsoft.com/office/drawing/2014/main" id="{3A0E9BF4-372B-428A-2B10-44B94FAA5665}"/>
              </a:ext>
            </a:extLst>
          </p:cNvPr>
          <p:cNvSpPr>
            <a:spLocks noGrp="1"/>
          </p:cNvSpPr>
          <p:nvPr>
            <p:ph type="dt" sz="half" idx="10"/>
          </p:nvPr>
        </p:nvSpPr>
        <p:spPr>
          <a:xfrm>
            <a:off x="8430768" y="6318504"/>
            <a:ext cx="3136392" cy="365760"/>
          </a:xfrm>
        </p:spPr>
        <p:txBody>
          <a:bodyPr anchor="ctr">
            <a:normAutofit/>
          </a:bodyPr>
          <a:lstStyle/>
          <a:p>
            <a:pPr rtl="0">
              <a:spcAft>
                <a:spcPts val="600"/>
              </a:spcAft>
            </a:pPr>
            <a:r>
              <a:rPr lang="en-US"/>
              <a:t>20/2/2025</a:t>
            </a:r>
          </a:p>
        </p:txBody>
      </p:sp>
      <p:sp>
        <p:nvSpPr>
          <p:cNvPr id="6" name="Slide Number Placeholder 5">
            <a:extLst>
              <a:ext uri="{FF2B5EF4-FFF2-40B4-BE49-F238E27FC236}">
                <a16:creationId xmlns:a16="http://schemas.microsoft.com/office/drawing/2014/main" id="{EAF70BA8-5BD3-141D-1502-590AB6490DFA}"/>
              </a:ext>
            </a:extLst>
          </p:cNvPr>
          <p:cNvSpPr>
            <a:spLocks noGrp="1"/>
          </p:cNvSpPr>
          <p:nvPr>
            <p:ph type="sldNum" sz="quarter" idx="12"/>
          </p:nvPr>
        </p:nvSpPr>
        <p:spPr>
          <a:xfrm>
            <a:off x="11484864" y="6318504"/>
            <a:ext cx="493776" cy="365760"/>
          </a:xfrm>
        </p:spPr>
        <p:txBody>
          <a:bodyPr anchor="ctr">
            <a:normAutofit/>
          </a:bodyPr>
          <a:lstStyle/>
          <a:p>
            <a:pPr rtl="0">
              <a:spcAft>
                <a:spcPts val="600"/>
              </a:spcAft>
            </a:pPr>
            <a:fld id="{CC057153-B650-4DEB-B370-79DDCFDCE934}" type="slidenum">
              <a:rPr lang="en-US" smtClean="0"/>
              <a:pPr rtl="0">
                <a:spcAft>
                  <a:spcPts val="600"/>
                </a:spcAft>
              </a:pPr>
              <a:t>16</a:t>
            </a:fld>
            <a:endParaRPr lang="en-US"/>
          </a:p>
        </p:txBody>
      </p:sp>
    </p:spTree>
    <p:extLst>
      <p:ext uri="{BB962C8B-B14F-4D97-AF65-F5344CB8AC3E}">
        <p14:creationId xmlns:p14="http://schemas.microsoft.com/office/powerpoint/2010/main" val="3554596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89A03-CF2B-B7AC-9F45-6FA8EF26CAC8}"/>
              </a:ext>
            </a:extLst>
          </p:cNvPr>
          <p:cNvSpPr>
            <a:spLocks noGrp="1"/>
          </p:cNvSpPr>
          <p:nvPr>
            <p:ph type="title"/>
          </p:nvPr>
        </p:nvSpPr>
        <p:spPr>
          <a:xfrm>
            <a:off x="137159" y="151598"/>
            <a:ext cx="11924209" cy="528186"/>
          </a:xfrm>
        </p:spPr>
        <p:txBody>
          <a:bodyPr anchor="ctr">
            <a:normAutofit/>
          </a:bodyPr>
          <a:lstStyle/>
          <a:p>
            <a:r>
              <a:rPr lang="en-US"/>
              <a:t>Conclusão Geral do Projeto</a:t>
            </a:r>
          </a:p>
        </p:txBody>
      </p:sp>
      <p:sp>
        <p:nvSpPr>
          <p:cNvPr id="8" name="TextBox 7">
            <a:extLst>
              <a:ext uri="{FF2B5EF4-FFF2-40B4-BE49-F238E27FC236}">
                <a16:creationId xmlns:a16="http://schemas.microsoft.com/office/drawing/2014/main" id="{05828AEE-F297-44E4-98EA-0E4D0BCBE51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37159" y="776036"/>
            <a:ext cx="5866854" cy="5676965"/>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Relevância Social e Aplicabilidade</a:t>
            </a:r>
          </a:p>
          <a:p>
            <a:pPr marL="0" lvl="1" indent="0">
              <a:spcBef>
                <a:spcPts val="1000"/>
              </a:spcBef>
              <a:spcAft>
                <a:spcPts val="600"/>
              </a:spcAft>
              <a:buFont typeface="Arial" panose="020B0604020202020204" pitchFamily="34" charset="0"/>
              <a:buNone/>
            </a:pPr>
            <a:r>
              <a:rPr lang="en-US" sz="1400"/>
              <a:t>O projeto atende demandas reais, promovendo segurança alimentar e autonomia para pessoas com restrições alimentares.</a:t>
            </a:r>
          </a:p>
          <a:p>
            <a:pPr marL="0" indent="0">
              <a:spcBef>
                <a:spcPts val="2500"/>
              </a:spcBef>
              <a:spcAft>
                <a:spcPts val="600"/>
              </a:spcAft>
              <a:buFont typeface="Arial" panose="020B0604020202020204" pitchFamily="34" charset="0"/>
              <a:buNone/>
            </a:pPr>
            <a:r>
              <a:rPr lang="en-US" sz="1400" b="1"/>
              <a:t>Viabilidade Técnica e Econômica</a:t>
            </a:r>
          </a:p>
          <a:p>
            <a:pPr marL="0" lvl="1" indent="0">
              <a:spcBef>
                <a:spcPts val="1000"/>
              </a:spcBef>
              <a:spcAft>
                <a:spcPts val="600"/>
              </a:spcAft>
              <a:buFont typeface="Arial" panose="020B0604020202020204" pitchFamily="34" charset="0"/>
              <a:buNone/>
            </a:pPr>
            <a:r>
              <a:rPr lang="en-US" sz="1400"/>
              <a:t>A tecnologia mobile permite ampla adoção, baixo custo marginal e grande impacto positivo na sociedade.</a:t>
            </a:r>
          </a:p>
          <a:p>
            <a:pPr marL="0" indent="0">
              <a:spcBef>
                <a:spcPts val="2500"/>
              </a:spcBef>
              <a:spcAft>
                <a:spcPts val="600"/>
              </a:spcAft>
              <a:buFont typeface="Arial" panose="020B0604020202020204" pitchFamily="34" charset="0"/>
              <a:buNone/>
            </a:pPr>
            <a:r>
              <a:rPr lang="en-US" sz="1400" b="1"/>
              <a:t>Desafios e Mitigações</a:t>
            </a:r>
          </a:p>
          <a:p>
            <a:pPr marL="0" lvl="1" indent="0">
              <a:spcBef>
                <a:spcPts val="1000"/>
              </a:spcBef>
              <a:spcAft>
                <a:spcPts val="600"/>
              </a:spcAft>
              <a:buFont typeface="Arial" panose="020B0604020202020204" pitchFamily="34" charset="0"/>
              <a:buNone/>
            </a:pPr>
            <a:r>
              <a:rPr lang="en-US" sz="1400"/>
              <a:t>Desafios técnicos e operacionais são mitigáveis com boas práticas, validação e comunicação transparente.</a:t>
            </a:r>
          </a:p>
          <a:p>
            <a:pPr marL="0" indent="0">
              <a:spcBef>
                <a:spcPts val="2500"/>
              </a:spcBef>
              <a:spcAft>
                <a:spcPts val="600"/>
              </a:spcAft>
              <a:buFont typeface="Arial" panose="020B0604020202020204" pitchFamily="34" charset="0"/>
              <a:buNone/>
            </a:pPr>
            <a:r>
              <a:rPr lang="en-US" sz="1400" b="1"/>
              <a:t>Viabilidade e Escalabilidade</a:t>
            </a:r>
          </a:p>
          <a:p>
            <a:pPr marL="0" lvl="1" indent="0">
              <a:spcBef>
                <a:spcPts val="1000"/>
              </a:spcBef>
              <a:spcAft>
                <a:spcPts val="600"/>
              </a:spcAft>
              <a:buFont typeface="Arial" panose="020B0604020202020204" pitchFamily="34" charset="0"/>
              <a:buNone/>
            </a:pPr>
            <a:r>
              <a:rPr lang="en-US" sz="1400"/>
              <a:t>O projeto é viável, escalável e alinhado aos objetivos acadêmicos e sociais, oferecendo solução inovadora.</a:t>
            </a:r>
          </a:p>
        </p:txBody>
      </p:sp>
      <p:sp>
        <p:nvSpPr>
          <p:cNvPr id="4" name="Footer Placeholder 3">
            <a:extLst>
              <a:ext uri="{FF2B5EF4-FFF2-40B4-BE49-F238E27FC236}">
                <a16:creationId xmlns:a16="http://schemas.microsoft.com/office/drawing/2014/main" id="{68658ACF-70D4-4A14-1214-A016DBFE4E61}"/>
              </a:ext>
            </a:extLst>
          </p:cNvPr>
          <p:cNvSpPr>
            <a:spLocks noGrp="1"/>
          </p:cNvSpPr>
          <p:nvPr>
            <p:ph type="ftr" sz="quarter" idx="11"/>
          </p:nvPr>
        </p:nvSpPr>
        <p:spPr>
          <a:xfrm>
            <a:off x="137160" y="6428232"/>
            <a:ext cx="4096512" cy="365760"/>
          </a:xfrm>
        </p:spPr>
        <p:txBody>
          <a:bodyPr vert="horz" lIns="91440" tIns="45720" rIns="91440" bIns="45720" rtlCol="0" anchor="ctr">
            <a:normAutofit/>
          </a:bodyPr>
          <a:lstStyle/>
          <a:p>
            <a:pPr>
              <a:spcAft>
                <a:spcPts val="600"/>
              </a:spcAft>
            </a:pPr>
            <a:r>
              <a:rPr lang="pt-br" kern="1200">
                <a:latin typeface="+mn-lt"/>
                <a:ea typeface="+mn-ea"/>
                <a:cs typeface="+mn-cs"/>
              </a:rPr>
              <a:t>Exemplo de Texto de Rodapé</a:t>
            </a:r>
          </a:p>
        </p:txBody>
      </p:sp>
      <p:sp>
        <p:nvSpPr>
          <p:cNvPr id="5" name="Date Placeholder 4">
            <a:extLst>
              <a:ext uri="{FF2B5EF4-FFF2-40B4-BE49-F238E27FC236}">
                <a16:creationId xmlns:a16="http://schemas.microsoft.com/office/drawing/2014/main" id="{4BE9034F-6699-2438-BD69-8810779FCF2C}"/>
              </a:ext>
            </a:extLst>
          </p:cNvPr>
          <p:cNvSpPr>
            <a:spLocks noGrp="1"/>
          </p:cNvSpPr>
          <p:nvPr>
            <p:ph type="dt" sz="half" idx="10"/>
          </p:nvPr>
        </p:nvSpPr>
        <p:spPr>
          <a:xfrm>
            <a:off x="8513496" y="6428232"/>
            <a:ext cx="3136392" cy="365760"/>
          </a:xfrm>
        </p:spPr>
        <p:txBody>
          <a:bodyPr vert="horz" lIns="91440" tIns="45720" rIns="91440" bIns="45720" rtlCol="0" anchor="ctr">
            <a:normAutofit/>
          </a:bodyPr>
          <a:lstStyle/>
          <a:p>
            <a:pPr>
              <a:spcAft>
                <a:spcPts val="600"/>
              </a:spcAft>
            </a:pPr>
            <a:r>
              <a:rPr lang="en-US" kern="1200">
                <a:latin typeface="+mn-lt"/>
                <a:ea typeface="+mn-ea"/>
                <a:cs typeface="+mn-cs"/>
              </a:rPr>
              <a:t>20/2/2025</a:t>
            </a:r>
          </a:p>
        </p:txBody>
      </p:sp>
      <p:sp>
        <p:nvSpPr>
          <p:cNvPr id="6" name="Slide Number Placeholder 5">
            <a:extLst>
              <a:ext uri="{FF2B5EF4-FFF2-40B4-BE49-F238E27FC236}">
                <a16:creationId xmlns:a16="http://schemas.microsoft.com/office/drawing/2014/main" id="{AE942105-985A-181F-2989-1117498A8DCA}"/>
              </a:ext>
            </a:extLst>
          </p:cNvPr>
          <p:cNvSpPr>
            <a:spLocks noGrp="1"/>
          </p:cNvSpPr>
          <p:nvPr>
            <p:ph type="sldNum" sz="quarter" idx="12"/>
          </p:nvPr>
        </p:nvSpPr>
        <p:spPr>
          <a:xfrm>
            <a:off x="11567592" y="6428232"/>
            <a:ext cx="493776" cy="365760"/>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17</a:t>
            </a:fld>
            <a:endParaRPr lang="en-US"/>
          </a:p>
        </p:txBody>
      </p:sp>
      <p:pic>
        <p:nvPicPr>
          <p:cNvPr id="7" name="Content Placeholder 6" descr="Rede de comunicação inteligente e sem fio">
            <a:extLst>
              <a:ext uri="{FF2B5EF4-FFF2-40B4-BE49-F238E27FC236}">
                <a16:creationId xmlns:a16="http://schemas.microsoft.com/office/drawing/2014/main" id="{AF3D980F-DD1A-4950-A295-C13CAE481D78}"/>
              </a:ext>
            </a:extLst>
          </p:cNvPr>
          <p:cNvPicPr>
            <a:picLocks noGrp="1" noChangeAspect="1"/>
          </p:cNvPicPr>
          <p:nvPr>
            <p:ph idx="1"/>
          </p:nvPr>
        </p:nvPicPr>
        <p:blipFill>
          <a:blip r:embed="rId3"/>
          <a:srcRect l="19897" r="11120"/>
          <a:stretch>
            <a:fillRect/>
          </a:stretch>
        </p:blipFill>
        <p:spPr>
          <a:xfrm>
            <a:off x="6194513" y="776036"/>
            <a:ext cx="5866854" cy="5676965"/>
          </a:xfrm>
        </p:spPr>
      </p:pic>
    </p:spTree>
    <p:extLst>
      <p:ext uri="{BB962C8B-B14F-4D97-AF65-F5344CB8AC3E}">
        <p14:creationId xmlns:p14="http://schemas.microsoft.com/office/powerpoint/2010/main" val="39768311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324d2b90-11f2-4fdf-990a-54fa46247cf8">
      <Terms xmlns="http://schemas.microsoft.com/office/infopath/2007/PartnerControls"/>
    </lcf76f155ced4ddcb4097134ff3c332f>
    <ThemeID xmlns="324d2b90-11f2-4fdf-990a-54fa46247cf8" xsi:nil="true"/>
    <_ip_UnifiedCompliancePolicyProperties xmlns="http://schemas.microsoft.com/sharepoint/v3" xsi:nil="true"/>
    <TaxCatchAll xmlns="b817b00b-f121-400f-976b-40959b1c7d14" xsi:nil="true"/>
    <SessionID xmlns="324d2b90-11f2-4fdf-990a-54fa46247cf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AB4D63BEF6CE74A98DE71B79A4EFA2E" ma:contentTypeVersion="39" ma:contentTypeDescription="Create a new document." ma:contentTypeScope="" ma:versionID="7cd33766ae37bc020c6feee22e439f0a">
  <xsd:schema xmlns:xsd="http://www.w3.org/2001/XMLSchema" xmlns:xs="http://www.w3.org/2001/XMLSchema" xmlns:p="http://schemas.microsoft.com/office/2006/metadata/properties" xmlns:ns1="http://schemas.microsoft.com/sharepoint/v3" xmlns:ns2="324d2b90-11f2-4fdf-990a-54fa46247cf8" xmlns:ns3="b817b00b-f121-400f-976b-40959b1c7d14" targetNamespace="http://schemas.microsoft.com/office/2006/metadata/properties" ma:root="true" ma:fieldsID="660e4b43d8eb9c1b699934af2b892cbb" ns1:_="" ns2:_="" ns3:_="">
    <xsd:import namespace="http://schemas.microsoft.com/sharepoint/v3"/>
    <xsd:import namespace="324d2b90-11f2-4fdf-990a-54fa46247cf8"/>
    <xsd:import namespace="b817b00b-f121-400f-976b-40959b1c7d1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1:_ip_UnifiedCompliancePolicyProperties" minOccurs="0"/>
                <xsd:element ref="ns1:_ip_UnifiedCompliancePolicyUIAction" minOccurs="0"/>
                <xsd:element ref="ns3:SharedWithUsers" minOccurs="0"/>
                <xsd:element ref="ns3:SharedWithDetails" minOccurs="0"/>
                <xsd:element ref="ns2:SessionID" minOccurs="0"/>
                <xsd:element ref="ns2:ThemeID" minOccurs="0"/>
                <xsd:element ref="ns2:MediaServiceBilling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24d2b90-11f2-4fdf-990a-54fa46247c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SessionID" ma:index="16" nillable="true" ma:displayName="Session ID" ma:format="Dropdown" ma:internalName="SessionID">
      <xsd:simpleType>
        <xsd:restriction base="dms:Text">
          <xsd:maxLength value="255"/>
        </xsd:restriction>
      </xsd:simpleType>
    </xsd:element>
    <xsd:element name="ThemeID" ma:index="17" nillable="true" ma:displayName="ThemeID" ma:format="Dropdown" ma:internalName="ThemeID">
      <xsd:simpleType>
        <xsd:restriction base="dms:Text">
          <xsd:maxLength value="255"/>
        </xsd:restriction>
      </xsd:simpleType>
    </xsd:element>
    <xsd:element name="MediaServiceBillingMetadata" ma:index="18" nillable="true" ma:displayName="MediaServiceBillingMetadata" ma:hidden="true" ma:internalName="MediaServiceBillingMetadata"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817b00b-f121-400f-976b-40959b1c7d14"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d7dac1a7-ed5b-4681-ab90-166fc923ebde}" ma:internalName="TaxCatchAll" ma:showField="CatchAllData" ma:web="b817b00b-f121-400f-976b-40959b1c7d1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342E579-6492-4300-9C69-1E6ECA30A203}">
  <ds:schemaRefs>
    <ds:schemaRef ds:uri="http://schemas.microsoft.com/sharepoint/v3/contenttype/forms"/>
  </ds:schemaRefs>
</ds:datastoreItem>
</file>

<file path=customXml/itemProps2.xml><?xml version="1.0" encoding="utf-8"?>
<ds:datastoreItem xmlns:ds="http://schemas.openxmlformats.org/officeDocument/2006/customXml" ds:itemID="{31359202-4070-46EB-8A35-B547D22A72B7}">
  <ds:schemaRefs>
    <ds:schemaRef ds:uri="http://schemas.microsoft.com/office/2006/metadata/properties"/>
    <ds:schemaRef ds:uri="http://schemas.microsoft.com/office/infopath/2007/PartnerControls"/>
    <ds:schemaRef ds:uri="http://schemas.microsoft.com/sharepoint/v3"/>
    <ds:schemaRef ds:uri="324d2b90-11f2-4fdf-990a-54fa46247cf8"/>
    <ds:schemaRef ds:uri="b817b00b-f121-400f-976b-40959b1c7d14"/>
  </ds:schemaRefs>
</ds:datastoreItem>
</file>

<file path=customXml/itemProps3.xml><?xml version="1.0" encoding="utf-8"?>
<ds:datastoreItem xmlns:ds="http://schemas.openxmlformats.org/officeDocument/2006/customXml" ds:itemID="{D1A42279-03C1-412F-8C8D-B126FEC175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24d2b90-11f2-4fdf-990a-54fa46247cf8"/>
    <ds:schemaRef ds:uri="b817b00b-f121-400f-976b-40959b1c7d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Chroma</Template>
  <TotalTime>0</TotalTime>
  <Words>10</Words>
  <Application>Microsoft Office PowerPoint</Application>
  <PresentationFormat>Widescreen</PresentationFormat>
  <Paragraphs>5</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Chroma</vt:lpstr>
      <vt:lpstr>Desenvolvimento de um Aplicativo Móvel para Auxiliar Consumidores com Restrições Alimentares</vt:lpstr>
      <vt:lpstr>Contextualização do Projeto</vt:lpstr>
      <vt:lpstr>Definição do Tema e Contexto Social</vt:lpstr>
      <vt:lpstr>Problema e Motivação</vt:lpstr>
      <vt:lpstr>Problema a Ser Resolvido e Motivação do Projeto</vt:lpstr>
      <vt:lpstr>Proposta de Valor</vt:lpstr>
      <vt:lpstr>Descrição da Solução e Benefícios ao Usuário</vt:lpstr>
      <vt:lpstr>Partes Interessadas</vt:lpstr>
      <vt:lpstr>Identificação dos Stakeholders</vt:lpstr>
      <vt:lpstr>Análise de Viabilidade de Mercado</vt:lpstr>
      <vt:lpstr>Potencial de Mercado e Justificativas</vt:lpstr>
      <vt:lpstr>Análise de Viabilidade Técnica e Econômica</vt:lpstr>
      <vt:lpstr>Recursos Necessários e Sustentabilidade do Projeto</vt:lpstr>
      <vt:lpstr>Desafios do Projeto</vt:lpstr>
      <vt:lpstr>Principais Desafios Técnicos e Operacionais</vt:lpstr>
      <vt:lpstr>Conclusão e Referências</vt:lpstr>
      <vt:lpstr>Conclusão Geral do Projeto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laura.ccustodio@senacsp.edu.br</dc:creator>
  <cp:lastModifiedBy>laura.ccustodio@senacsp.edu.br</cp:lastModifiedBy>
  <cp:revision>3</cp:revision>
  <dcterms:created xsi:type="dcterms:W3CDTF">2025-02-20T22:24:10Z</dcterms:created>
  <dcterms:modified xsi:type="dcterms:W3CDTF">2026-03-18T15:43:47Z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0x010100CAB4D63BEF6CE74A98DE71B79A4EFA2E</vt:lpwstr>
  </property>
  <property fmtid="{D5CDD505-2E9C-101B-9397-08002B2CF9AE}" pid="3" name="MediaServiceImageTags">
    <vt:lpwstr/>
  </property>
</Properties>
</file>