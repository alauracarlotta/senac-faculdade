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78" r:id="rId18"/>
    <p:sldId id="258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A8E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71BDC-CBAA-4442-9EB4-63963AEC24DF}" v="1" dt="2020-08-26T23:24:38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9" autoAdjust="0"/>
    <p:restoredTop sz="95501" autoAdjust="0"/>
  </p:normalViewPr>
  <p:slideViewPr>
    <p:cSldViewPr snapToGrid="0">
      <p:cViewPr varScale="1">
        <p:scale>
          <a:sx n="106" d="100"/>
          <a:sy n="106" d="100"/>
        </p:scale>
        <p:origin x="61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E1779-1B80-4309-91D3-22ADA5648DC7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22368-C694-4E1D-AD34-5E4559E0BB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50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98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98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9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8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91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85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8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3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70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16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-308270" y="5301514"/>
            <a:ext cx="9584788" cy="730810"/>
          </a:xfrm>
        </p:spPr>
        <p:txBody>
          <a:bodyPr>
            <a:norm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200" b="1" dirty="0"/>
              <a:t>Professor Dr. Simon Skarabone Chiacchio</a:t>
            </a:r>
          </a:p>
        </p:txBody>
      </p:sp>
      <p:sp>
        <p:nvSpPr>
          <p:cNvPr id="6" name="Título 3"/>
          <p:cNvSpPr txBox="1">
            <a:spLocks/>
          </p:cNvSpPr>
          <p:nvPr/>
        </p:nvSpPr>
        <p:spPr>
          <a:xfrm>
            <a:off x="957943" y="2307545"/>
            <a:ext cx="10450286" cy="173323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Pesquisa, tecnologia e sociedade.</a:t>
            </a:r>
            <a:endParaRPr lang="pt-BR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79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519112"/>
            <a:ext cx="110204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3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1233487"/>
            <a:ext cx="97821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1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23" y="1206138"/>
            <a:ext cx="930592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7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7" y="285273"/>
            <a:ext cx="11834949" cy="650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1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666750"/>
            <a:ext cx="946785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0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928687"/>
            <a:ext cx="99726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7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8" y="942703"/>
            <a:ext cx="1179916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8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738187"/>
            <a:ext cx="104584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41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647700"/>
            <a:ext cx="94107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0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285750"/>
            <a:ext cx="8124825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83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22" y="1158239"/>
            <a:ext cx="7468084" cy="42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6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814387"/>
            <a:ext cx="878205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43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928687"/>
            <a:ext cx="110966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4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1290637"/>
            <a:ext cx="108299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34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771525"/>
            <a:ext cx="1060132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0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m para dÃºvid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923" y="2708921"/>
            <a:ext cx="3883463" cy="2665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19736" y="1556792"/>
            <a:ext cx="482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Dúvidas</a:t>
            </a:r>
          </a:p>
        </p:txBody>
      </p:sp>
    </p:spTree>
    <p:extLst>
      <p:ext uri="{BB962C8B-B14F-4D97-AF65-F5344CB8AC3E}">
        <p14:creationId xmlns:p14="http://schemas.microsoft.com/office/powerpoint/2010/main" val="419155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556653" y="2315622"/>
            <a:ext cx="1170549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5400" b="1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865506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</TotalTime>
  <Words>15</Words>
  <Application>Microsoft Office PowerPoint</Application>
  <PresentationFormat>Widescreen</PresentationFormat>
  <Paragraphs>4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Augusto da Costa</dc:creator>
  <cp:lastModifiedBy>Simon Skarabone Rodrigues Chiacchio</cp:lastModifiedBy>
  <cp:revision>25</cp:revision>
  <dcterms:created xsi:type="dcterms:W3CDTF">2017-01-10T17:35:04Z</dcterms:created>
  <dcterms:modified xsi:type="dcterms:W3CDTF">2026-02-19T09:29:29Z</dcterms:modified>
</cp:coreProperties>
</file>