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78" r:id="rId12"/>
    <p:sldId id="258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8E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71BDC-CBAA-4442-9EB4-63963AEC24DF}" v="1" dt="2020-08-26T23:24:38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9" autoAdjust="0"/>
    <p:restoredTop sz="95501" autoAdjust="0"/>
  </p:normalViewPr>
  <p:slideViewPr>
    <p:cSldViewPr snapToGrid="0">
      <p:cViewPr varScale="1">
        <p:scale>
          <a:sx n="106" d="100"/>
          <a:sy n="106" d="100"/>
        </p:scale>
        <p:origin x="61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E1779-1B80-4309-91D3-22ADA5648DC7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22368-C694-4E1D-AD34-5E4559E0BB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50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98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98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9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8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8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70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16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-308270" y="5301514"/>
            <a:ext cx="9584788" cy="730810"/>
          </a:xfrm>
        </p:spPr>
        <p:txBody>
          <a:bodyPr>
            <a:norm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200" b="1" dirty="0"/>
              <a:t>Professor Dr. Simon Skarabone Chiacchio</a:t>
            </a:r>
          </a:p>
        </p:txBody>
      </p:sp>
      <p:sp>
        <p:nvSpPr>
          <p:cNvPr id="6" name="Título 3"/>
          <p:cNvSpPr txBox="1">
            <a:spLocks/>
          </p:cNvSpPr>
          <p:nvPr/>
        </p:nvSpPr>
        <p:spPr>
          <a:xfrm>
            <a:off x="957943" y="2307545"/>
            <a:ext cx="10450286" cy="173323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Pesquisa, tecnologia e sociedade.</a:t>
            </a:r>
            <a:endParaRPr lang="pt-BR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18" y="763768"/>
            <a:ext cx="101346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3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538162"/>
            <a:ext cx="1122997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1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" y="72390"/>
            <a:ext cx="117443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7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571500"/>
            <a:ext cx="11963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1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8" y="337459"/>
            <a:ext cx="118586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0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557212"/>
            <a:ext cx="1118235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7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1450"/>
            <a:ext cx="117348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8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747712"/>
            <a:ext cx="114014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4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209675"/>
            <a:ext cx="1184910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0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m para dÃºvid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23" y="2708921"/>
            <a:ext cx="3883463" cy="266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19736" y="1556792"/>
            <a:ext cx="482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Dúvidas</a:t>
            </a:r>
          </a:p>
        </p:txBody>
      </p:sp>
    </p:spTree>
    <p:extLst>
      <p:ext uri="{BB962C8B-B14F-4D97-AF65-F5344CB8AC3E}">
        <p14:creationId xmlns:p14="http://schemas.microsoft.com/office/powerpoint/2010/main" val="419155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556653" y="2315622"/>
            <a:ext cx="117054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5400" b="1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86550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15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Augusto da Costa</dc:creator>
  <cp:lastModifiedBy>Simon Skarabone Rodrigues Chiacchio</cp:lastModifiedBy>
  <cp:revision>24</cp:revision>
  <dcterms:created xsi:type="dcterms:W3CDTF">2017-01-10T17:35:04Z</dcterms:created>
  <dcterms:modified xsi:type="dcterms:W3CDTF">2026-02-19T09:28:50Z</dcterms:modified>
</cp:coreProperties>
</file>