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9" r:id="rId3"/>
    <p:sldId id="280" r:id="rId4"/>
    <p:sldId id="281" r:id="rId5"/>
    <p:sldId id="282" r:id="rId6"/>
    <p:sldId id="294" r:id="rId7"/>
    <p:sldId id="283" r:id="rId8"/>
    <p:sldId id="284" r:id="rId9"/>
    <p:sldId id="285" r:id="rId10"/>
    <p:sldId id="286" r:id="rId11"/>
    <p:sldId id="287" r:id="rId12"/>
    <p:sldId id="289" r:id="rId13"/>
    <p:sldId id="290" r:id="rId14"/>
    <p:sldId id="291" r:id="rId15"/>
    <p:sldId id="292" r:id="rId16"/>
    <p:sldId id="293" r:id="rId17"/>
    <p:sldId id="295" r:id="rId18"/>
    <p:sldId id="278" r:id="rId19"/>
    <p:sldId id="258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A8E"/>
    <a:srgbClr val="C3C3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9" autoAdjust="0"/>
    <p:restoredTop sz="95501" autoAdjust="0"/>
  </p:normalViewPr>
  <p:slideViewPr>
    <p:cSldViewPr snapToGrid="0">
      <p:cViewPr varScale="1">
        <p:scale>
          <a:sx n="106" d="100"/>
          <a:sy n="106" d="100"/>
        </p:scale>
        <p:origin x="61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F0F15A-4623-4BA8-AE57-66A16BAD7C59}" type="doc">
      <dgm:prSet loTypeId="urn:microsoft.com/office/officeart/2005/8/layout/chevron2" loCatId="process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263BE8F9-4153-4ECF-BC43-27F9AF28862A}">
      <dgm:prSet phldrT="[Texto]"/>
      <dgm:spPr>
        <a:solidFill>
          <a:srgbClr val="FFC000"/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r>
            <a:rPr lang="pt-BR" b="1" dirty="0">
              <a:solidFill>
                <a:schemeClr val="tx1"/>
              </a:solidFill>
            </a:rPr>
            <a:t>13</a:t>
          </a:r>
        </a:p>
      </dgm:t>
    </dgm:pt>
    <dgm:pt modelId="{732EE1D0-E11D-4855-87F9-63FA5A2F8C71}" type="parTrans" cxnId="{D35C8F14-8F11-4AA4-ACA1-C01EC18B6502}">
      <dgm:prSet/>
      <dgm:spPr/>
      <dgm:t>
        <a:bodyPr/>
        <a:lstStyle/>
        <a:p>
          <a:endParaRPr lang="pt-BR"/>
        </a:p>
      </dgm:t>
    </dgm:pt>
    <dgm:pt modelId="{19FA1710-028C-4639-878C-24BFC39FCD4E}" type="sibTrans" cxnId="{D35C8F14-8F11-4AA4-ACA1-C01EC18B6502}">
      <dgm:prSet/>
      <dgm:spPr/>
      <dgm:t>
        <a:bodyPr/>
        <a:lstStyle/>
        <a:p>
          <a:endParaRPr lang="pt-BR"/>
        </a:p>
      </dgm:t>
    </dgm:pt>
    <dgm:pt modelId="{6781E780-CE04-44AE-8B19-36FEBCD1277E}">
      <dgm:prSet phldrT="[Texto]"/>
      <dgm:spPr>
        <a:solidFill>
          <a:srgbClr val="FFC000">
            <a:alpha val="90000"/>
          </a:srgb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r>
            <a:rPr lang="pt-BR" dirty="0"/>
            <a:t>Tipos de metodologias qualitativas</a:t>
          </a:r>
        </a:p>
      </dgm:t>
    </dgm:pt>
    <dgm:pt modelId="{7F6B7B9C-F18E-466C-A714-4A9D8054EA1A}" type="parTrans" cxnId="{DB38F08B-60C9-48B9-8346-7DC406EAAA09}">
      <dgm:prSet/>
      <dgm:spPr/>
      <dgm:t>
        <a:bodyPr/>
        <a:lstStyle/>
        <a:p>
          <a:endParaRPr lang="pt-BR"/>
        </a:p>
      </dgm:t>
    </dgm:pt>
    <dgm:pt modelId="{6F075AD6-5828-4D60-8737-CF3E8FE59AEE}" type="sibTrans" cxnId="{DB38F08B-60C9-48B9-8346-7DC406EAAA09}">
      <dgm:prSet/>
      <dgm:spPr/>
      <dgm:t>
        <a:bodyPr/>
        <a:lstStyle/>
        <a:p>
          <a:endParaRPr lang="pt-BR"/>
        </a:p>
      </dgm:t>
    </dgm:pt>
    <dgm:pt modelId="{48CB9764-B56C-4C86-94C8-1889E22A52D7}">
      <dgm:prSet phldrT="[Texto]"/>
      <dgm:spPr>
        <a:solidFill>
          <a:srgbClr val="0070C0"/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r>
            <a:rPr lang="pt-BR" dirty="0"/>
            <a:t>14 </a:t>
          </a:r>
        </a:p>
      </dgm:t>
    </dgm:pt>
    <dgm:pt modelId="{31D3A298-011A-4184-9223-1E4947781CEC}" type="parTrans" cxnId="{FB9D4603-B94C-422D-93B8-90164830C69B}">
      <dgm:prSet/>
      <dgm:spPr/>
      <dgm:t>
        <a:bodyPr/>
        <a:lstStyle/>
        <a:p>
          <a:endParaRPr lang="pt-BR"/>
        </a:p>
      </dgm:t>
    </dgm:pt>
    <dgm:pt modelId="{CEF1A0D9-D6B6-4925-81C1-C15D0B9ADF94}" type="sibTrans" cxnId="{FB9D4603-B94C-422D-93B8-90164830C69B}">
      <dgm:prSet/>
      <dgm:spPr/>
      <dgm:t>
        <a:bodyPr/>
        <a:lstStyle/>
        <a:p>
          <a:endParaRPr lang="pt-BR"/>
        </a:p>
      </dgm:t>
    </dgm:pt>
    <dgm:pt modelId="{C1FF00A3-0E1F-4E99-ADBD-831F6063AE90}">
      <dgm:prSet phldrT="[Texto]"/>
      <dgm:spPr>
        <a:solidFill>
          <a:srgbClr val="0070C0">
            <a:alpha val="90000"/>
          </a:srgb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r>
            <a:rPr lang="pt-BR" dirty="0">
              <a:solidFill>
                <a:schemeClr val="bg1"/>
              </a:solidFill>
            </a:rPr>
            <a:t>Tipos de metodologias quantitativas</a:t>
          </a:r>
        </a:p>
      </dgm:t>
    </dgm:pt>
    <dgm:pt modelId="{5EB98D99-19ED-47B9-AC5B-86964F15BB71}" type="parTrans" cxnId="{9527656D-CCC7-4754-9F61-C81A7B3F76AA}">
      <dgm:prSet/>
      <dgm:spPr/>
      <dgm:t>
        <a:bodyPr/>
        <a:lstStyle/>
        <a:p>
          <a:endParaRPr lang="pt-BR"/>
        </a:p>
      </dgm:t>
    </dgm:pt>
    <dgm:pt modelId="{206B1F34-000C-4D69-BED6-759C3857B66F}" type="sibTrans" cxnId="{9527656D-CCC7-4754-9F61-C81A7B3F76AA}">
      <dgm:prSet/>
      <dgm:spPr/>
      <dgm:t>
        <a:bodyPr/>
        <a:lstStyle/>
        <a:p>
          <a:endParaRPr lang="pt-BR"/>
        </a:p>
      </dgm:t>
    </dgm:pt>
    <dgm:pt modelId="{C6E6C4BB-A5A2-4DD1-A144-96BA46E5A5E2}">
      <dgm:prSet phldrT="[Texto]"/>
      <dgm:spPr>
        <a:solidFill>
          <a:srgbClr val="FFC000"/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r>
            <a:rPr lang="pt-BR" b="1" dirty="0">
              <a:solidFill>
                <a:schemeClr val="tx1"/>
              </a:solidFill>
            </a:rPr>
            <a:t>15</a:t>
          </a:r>
          <a:endParaRPr lang="pt-BR" dirty="0"/>
        </a:p>
      </dgm:t>
    </dgm:pt>
    <dgm:pt modelId="{566F3E93-FB7C-4FFA-8F2B-BA59F11172C7}" type="parTrans" cxnId="{31197D06-B59A-4572-A89A-C72DF376A6F6}">
      <dgm:prSet/>
      <dgm:spPr/>
      <dgm:t>
        <a:bodyPr/>
        <a:lstStyle/>
        <a:p>
          <a:endParaRPr lang="pt-BR"/>
        </a:p>
      </dgm:t>
    </dgm:pt>
    <dgm:pt modelId="{A4B3AF3F-D73F-4F1D-BF20-8E23E5DDED02}" type="sibTrans" cxnId="{31197D06-B59A-4572-A89A-C72DF376A6F6}">
      <dgm:prSet/>
      <dgm:spPr/>
      <dgm:t>
        <a:bodyPr/>
        <a:lstStyle/>
        <a:p>
          <a:endParaRPr lang="pt-BR"/>
        </a:p>
      </dgm:t>
    </dgm:pt>
    <dgm:pt modelId="{AE9731A8-2249-4C8F-8A2E-918FAD7ADF4E}">
      <dgm:prSet/>
      <dgm:spPr>
        <a:solidFill>
          <a:srgbClr val="FFC000">
            <a:alpha val="90000"/>
          </a:srgbClr>
        </a:solidFill>
        <a:ln>
          <a:solidFill>
            <a:schemeClr val="bg1">
              <a:lumMod val="50000"/>
            </a:schemeClr>
          </a:solidFill>
        </a:ln>
      </dgm:spPr>
      <dgm:t>
        <a:bodyPr/>
        <a:lstStyle/>
        <a:p>
          <a:r>
            <a:rPr lang="pt-BR" dirty="0">
              <a:solidFill>
                <a:schemeClr val="bg1"/>
              </a:solidFill>
            </a:rPr>
            <a:t>Formas de comunicar pesquisa</a:t>
          </a:r>
          <a:endParaRPr lang="pt-BR" dirty="0"/>
        </a:p>
      </dgm:t>
    </dgm:pt>
    <dgm:pt modelId="{384C93E4-7554-49F0-9990-E5E5F85357CC}" type="parTrans" cxnId="{7806D514-1236-449D-A48A-C97CC9AB027D}">
      <dgm:prSet/>
      <dgm:spPr/>
      <dgm:t>
        <a:bodyPr/>
        <a:lstStyle/>
        <a:p>
          <a:endParaRPr lang="pt-BR"/>
        </a:p>
      </dgm:t>
    </dgm:pt>
    <dgm:pt modelId="{51441DB9-6CFD-4828-85DD-AFCE5B597AD0}" type="sibTrans" cxnId="{7806D514-1236-449D-A48A-C97CC9AB027D}">
      <dgm:prSet/>
      <dgm:spPr/>
      <dgm:t>
        <a:bodyPr/>
        <a:lstStyle/>
        <a:p>
          <a:endParaRPr lang="pt-BR"/>
        </a:p>
      </dgm:t>
    </dgm:pt>
    <dgm:pt modelId="{3C719569-EBA6-4090-9C66-E31B75FBC8E4}" type="pres">
      <dgm:prSet presAssocID="{30F0F15A-4623-4BA8-AE57-66A16BAD7C59}" presName="linearFlow" presStyleCnt="0">
        <dgm:presLayoutVars>
          <dgm:dir/>
          <dgm:animLvl val="lvl"/>
          <dgm:resizeHandles val="exact"/>
        </dgm:presLayoutVars>
      </dgm:prSet>
      <dgm:spPr/>
    </dgm:pt>
    <dgm:pt modelId="{5F6B91FF-8277-444C-807C-7153C0789548}" type="pres">
      <dgm:prSet presAssocID="{263BE8F9-4153-4ECF-BC43-27F9AF28862A}" presName="composite" presStyleCnt="0"/>
      <dgm:spPr/>
    </dgm:pt>
    <dgm:pt modelId="{D652EEAE-CDE8-4B89-820F-CE1625A64C70}" type="pres">
      <dgm:prSet presAssocID="{263BE8F9-4153-4ECF-BC43-27F9AF28862A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6D24243E-78BE-4DAB-BB7F-4B71F31491A8}" type="pres">
      <dgm:prSet presAssocID="{263BE8F9-4153-4ECF-BC43-27F9AF28862A}" presName="descendantText" presStyleLbl="alignAcc1" presStyleIdx="0" presStyleCnt="3">
        <dgm:presLayoutVars>
          <dgm:bulletEnabled val="1"/>
        </dgm:presLayoutVars>
      </dgm:prSet>
      <dgm:spPr/>
    </dgm:pt>
    <dgm:pt modelId="{FD2B0629-66D8-422D-84E5-AA8A708E6AF1}" type="pres">
      <dgm:prSet presAssocID="{19FA1710-028C-4639-878C-24BFC39FCD4E}" presName="sp" presStyleCnt="0"/>
      <dgm:spPr/>
    </dgm:pt>
    <dgm:pt modelId="{C373F0AE-1290-4C4A-86D0-B43C03CB9D03}" type="pres">
      <dgm:prSet presAssocID="{48CB9764-B56C-4C86-94C8-1889E22A52D7}" presName="composite" presStyleCnt="0"/>
      <dgm:spPr/>
    </dgm:pt>
    <dgm:pt modelId="{E712D957-3074-4A6F-BE81-696C02C50390}" type="pres">
      <dgm:prSet presAssocID="{48CB9764-B56C-4C86-94C8-1889E22A52D7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D7C9FF1-1680-4E5D-BE1A-46821E454E36}" type="pres">
      <dgm:prSet presAssocID="{48CB9764-B56C-4C86-94C8-1889E22A52D7}" presName="descendantText" presStyleLbl="alignAcc1" presStyleIdx="1" presStyleCnt="3">
        <dgm:presLayoutVars>
          <dgm:bulletEnabled val="1"/>
        </dgm:presLayoutVars>
      </dgm:prSet>
      <dgm:spPr/>
    </dgm:pt>
    <dgm:pt modelId="{9CBF363D-918C-4F12-A4CB-23E92092EA68}" type="pres">
      <dgm:prSet presAssocID="{CEF1A0D9-D6B6-4925-81C1-C15D0B9ADF94}" presName="sp" presStyleCnt="0"/>
      <dgm:spPr/>
    </dgm:pt>
    <dgm:pt modelId="{42065A04-4C6D-4A00-9CAA-4EC488CB18D1}" type="pres">
      <dgm:prSet presAssocID="{C6E6C4BB-A5A2-4DD1-A144-96BA46E5A5E2}" presName="composite" presStyleCnt="0"/>
      <dgm:spPr/>
    </dgm:pt>
    <dgm:pt modelId="{D4BECCCC-2FE1-4857-9503-44E6B6299AC6}" type="pres">
      <dgm:prSet presAssocID="{C6E6C4BB-A5A2-4DD1-A144-96BA46E5A5E2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7F5AFA3-8613-4019-A97C-C06E2A4219F2}" type="pres">
      <dgm:prSet presAssocID="{C6E6C4BB-A5A2-4DD1-A144-96BA46E5A5E2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FB9D4603-B94C-422D-93B8-90164830C69B}" srcId="{30F0F15A-4623-4BA8-AE57-66A16BAD7C59}" destId="{48CB9764-B56C-4C86-94C8-1889E22A52D7}" srcOrd="1" destOrd="0" parTransId="{31D3A298-011A-4184-9223-1E4947781CEC}" sibTransId="{CEF1A0D9-D6B6-4925-81C1-C15D0B9ADF94}"/>
    <dgm:cxn modelId="{31197D06-B59A-4572-A89A-C72DF376A6F6}" srcId="{30F0F15A-4623-4BA8-AE57-66A16BAD7C59}" destId="{C6E6C4BB-A5A2-4DD1-A144-96BA46E5A5E2}" srcOrd="2" destOrd="0" parTransId="{566F3E93-FB7C-4FFA-8F2B-BA59F11172C7}" sibTransId="{A4B3AF3F-D73F-4F1D-BF20-8E23E5DDED02}"/>
    <dgm:cxn modelId="{D35C8F14-8F11-4AA4-ACA1-C01EC18B6502}" srcId="{30F0F15A-4623-4BA8-AE57-66A16BAD7C59}" destId="{263BE8F9-4153-4ECF-BC43-27F9AF28862A}" srcOrd="0" destOrd="0" parTransId="{732EE1D0-E11D-4855-87F9-63FA5A2F8C71}" sibTransId="{19FA1710-028C-4639-878C-24BFC39FCD4E}"/>
    <dgm:cxn modelId="{7806D514-1236-449D-A48A-C97CC9AB027D}" srcId="{C6E6C4BB-A5A2-4DD1-A144-96BA46E5A5E2}" destId="{AE9731A8-2249-4C8F-8A2E-918FAD7ADF4E}" srcOrd="0" destOrd="0" parTransId="{384C93E4-7554-49F0-9990-E5E5F85357CC}" sibTransId="{51441DB9-6CFD-4828-85DD-AFCE5B597AD0}"/>
    <dgm:cxn modelId="{7536B261-6D1F-4D7E-B87B-4506BF7F93D6}" type="presOf" srcId="{30F0F15A-4623-4BA8-AE57-66A16BAD7C59}" destId="{3C719569-EBA6-4090-9C66-E31B75FBC8E4}" srcOrd="0" destOrd="0" presId="urn:microsoft.com/office/officeart/2005/8/layout/chevron2"/>
    <dgm:cxn modelId="{9410CA6C-AC86-4CF0-B45E-0103D266E86D}" type="presOf" srcId="{263BE8F9-4153-4ECF-BC43-27F9AF28862A}" destId="{D652EEAE-CDE8-4B89-820F-CE1625A64C70}" srcOrd="0" destOrd="0" presId="urn:microsoft.com/office/officeart/2005/8/layout/chevron2"/>
    <dgm:cxn modelId="{9527656D-CCC7-4754-9F61-C81A7B3F76AA}" srcId="{48CB9764-B56C-4C86-94C8-1889E22A52D7}" destId="{C1FF00A3-0E1F-4E99-ADBD-831F6063AE90}" srcOrd="0" destOrd="0" parTransId="{5EB98D99-19ED-47B9-AC5B-86964F15BB71}" sibTransId="{206B1F34-000C-4D69-BED6-759C3857B66F}"/>
    <dgm:cxn modelId="{DB38F08B-60C9-48B9-8346-7DC406EAAA09}" srcId="{263BE8F9-4153-4ECF-BC43-27F9AF28862A}" destId="{6781E780-CE04-44AE-8B19-36FEBCD1277E}" srcOrd="0" destOrd="0" parTransId="{7F6B7B9C-F18E-466C-A714-4A9D8054EA1A}" sibTransId="{6F075AD6-5828-4D60-8737-CF3E8FE59AEE}"/>
    <dgm:cxn modelId="{C7B3D29A-0DCC-429E-AEAC-3CC0C5F394FC}" type="presOf" srcId="{48CB9764-B56C-4C86-94C8-1889E22A52D7}" destId="{E712D957-3074-4A6F-BE81-696C02C50390}" srcOrd="0" destOrd="0" presId="urn:microsoft.com/office/officeart/2005/8/layout/chevron2"/>
    <dgm:cxn modelId="{F162A6AB-6222-482D-BBA1-ABB37415526E}" type="presOf" srcId="{C6E6C4BB-A5A2-4DD1-A144-96BA46E5A5E2}" destId="{D4BECCCC-2FE1-4857-9503-44E6B6299AC6}" srcOrd="0" destOrd="0" presId="urn:microsoft.com/office/officeart/2005/8/layout/chevron2"/>
    <dgm:cxn modelId="{7B8EECB2-FAEC-423E-ABF9-ABA49503FD1D}" type="presOf" srcId="{C1FF00A3-0E1F-4E99-ADBD-831F6063AE90}" destId="{4D7C9FF1-1680-4E5D-BE1A-46821E454E36}" srcOrd="0" destOrd="0" presId="urn:microsoft.com/office/officeart/2005/8/layout/chevron2"/>
    <dgm:cxn modelId="{A62192CE-E3F5-48B0-963E-51E618BC8F35}" type="presOf" srcId="{AE9731A8-2249-4C8F-8A2E-918FAD7ADF4E}" destId="{B7F5AFA3-8613-4019-A97C-C06E2A4219F2}" srcOrd="0" destOrd="0" presId="urn:microsoft.com/office/officeart/2005/8/layout/chevron2"/>
    <dgm:cxn modelId="{FD1707D0-9FCE-4008-A66A-38C16DCB489D}" type="presOf" srcId="{6781E780-CE04-44AE-8B19-36FEBCD1277E}" destId="{6D24243E-78BE-4DAB-BB7F-4B71F31491A8}" srcOrd="0" destOrd="0" presId="urn:microsoft.com/office/officeart/2005/8/layout/chevron2"/>
    <dgm:cxn modelId="{9D122515-E7BE-4ED6-AFE5-B0DC356A5B98}" type="presParOf" srcId="{3C719569-EBA6-4090-9C66-E31B75FBC8E4}" destId="{5F6B91FF-8277-444C-807C-7153C0789548}" srcOrd="0" destOrd="0" presId="urn:microsoft.com/office/officeart/2005/8/layout/chevron2"/>
    <dgm:cxn modelId="{2F19D9A5-0858-4805-B775-4A75740ED259}" type="presParOf" srcId="{5F6B91FF-8277-444C-807C-7153C0789548}" destId="{D652EEAE-CDE8-4B89-820F-CE1625A64C70}" srcOrd="0" destOrd="0" presId="urn:microsoft.com/office/officeart/2005/8/layout/chevron2"/>
    <dgm:cxn modelId="{811E537A-4C26-44AD-8D2C-A34E6B5A4D1E}" type="presParOf" srcId="{5F6B91FF-8277-444C-807C-7153C0789548}" destId="{6D24243E-78BE-4DAB-BB7F-4B71F31491A8}" srcOrd="1" destOrd="0" presId="urn:microsoft.com/office/officeart/2005/8/layout/chevron2"/>
    <dgm:cxn modelId="{2D1BAC50-2AA3-4D8E-B2D8-5154CBEA5733}" type="presParOf" srcId="{3C719569-EBA6-4090-9C66-E31B75FBC8E4}" destId="{FD2B0629-66D8-422D-84E5-AA8A708E6AF1}" srcOrd="1" destOrd="0" presId="urn:microsoft.com/office/officeart/2005/8/layout/chevron2"/>
    <dgm:cxn modelId="{A22A7C45-0A66-4257-81D4-DE4ADC76CEE8}" type="presParOf" srcId="{3C719569-EBA6-4090-9C66-E31B75FBC8E4}" destId="{C373F0AE-1290-4C4A-86D0-B43C03CB9D03}" srcOrd="2" destOrd="0" presId="urn:microsoft.com/office/officeart/2005/8/layout/chevron2"/>
    <dgm:cxn modelId="{2096D7F5-46C4-471D-8CB9-B77B0EEB7B4B}" type="presParOf" srcId="{C373F0AE-1290-4C4A-86D0-B43C03CB9D03}" destId="{E712D957-3074-4A6F-BE81-696C02C50390}" srcOrd="0" destOrd="0" presId="urn:microsoft.com/office/officeart/2005/8/layout/chevron2"/>
    <dgm:cxn modelId="{266B77A7-E2E2-424A-B8C3-B4B8F60F6B27}" type="presParOf" srcId="{C373F0AE-1290-4C4A-86D0-B43C03CB9D03}" destId="{4D7C9FF1-1680-4E5D-BE1A-46821E454E36}" srcOrd="1" destOrd="0" presId="urn:microsoft.com/office/officeart/2005/8/layout/chevron2"/>
    <dgm:cxn modelId="{50BD87D8-804F-437C-9905-4D58BE8BDD14}" type="presParOf" srcId="{3C719569-EBA6-4090-9C66-E31B75FBC8E4}" destId="{9CBF363D-918C-4F12-A4CB-23E92092EA68}" srcOrd="3" destOrd="0" presId="urn:microsoft.com/office/officeart/2005/8/layout/chevron2"/>
    <dgm:cxn modelId="{87238A0D-FA70-407C-8A76-5B9B2673E073}" type="presParOf" srcId="{3C719569-EBA6-4090-9C66-E31B75FBC8E4}" destId="{42065A04-4C6D-4A00-9CAA-4EC488CB18D1}" srcOrd="4" destOrd="0" presId="urn:microsoft.com/office/officeart/2005/8/layout/chevron2"/>
    <dgm:cxn modelId="{5029D06E-003D-4BD8-9E71-0771EFF37AE8}" type="presParOf" srcId="{42065A04-4C6D-4A00-9CAA-4EC488CB18D1}" destId="{D4BECCCC-2FE1-4857-9503-44E6B6299AC6}" srcOrd="0" destOrd="0" presId="urn:microsoft.com/office/officeart/2005/8/layout/chevron2"/>
    <dgm:cxn modelId="{ED890205-0249-44BD-8DAA-2CF397087DB7}" type="presParOf" srcId="{42065A04-4C6D-4A00-9CAA-4EC488CB18D1}" destId="{B7F5AFA3-8613-4019-A97C-C06E2A4219F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257B9A-E54D-4CBC-88CA-F04DCBB83693}" type="doc">
      <dgm:prSet loTypeId="urn:microsoft.com/office/officeart/2005/8/layout/chevron1" loCatId="process" qsTypeId="urn:microsoft.com/office/officeart/2005/8/quickstyle/simple4" qsCatId="simple" csTypeId="urn:microsoft.com/office/officeart/2005/8/colors/accent3_1" csCatId="accent3" phldr="1"/>
      <dgm:spPr/>
    </dgm:pt>
    <dgm:pt modelId="{85A9D966-FD99-42DE-BCC4-352762AE9887}">
      <dgm:prSet phldrT="[Texto]" custT="1"/>
      <dgm:spPr>
        <a:solidFill>
          <a:srgbClr val="FFC000"/>
        </a:solidFill>
        <a:ln w="19050">
          <a:solidFill>
            <a:schemeClr val="tx1"/>
          </a:solidFill>
        </a:ln>
      </dgm:spPr>
      <dgm:t>
        <a:bodyPr/>
        <a:lstStyle/>
        <a:p>
          <a:r>
            <a:rPr lang="pt-BR" sz="1500" b="1" dirty="0"/>
            <a:t>Tipos de metodologias qualitativas</a:t>
          </a:r>
          <a:endParaRPr lang="pt-BR" sz="15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30D274-91ED-4013-B9D0-ED0E5526648C}" type="parTrans" cxnId="{6C3F6B1F-B670-4DC5-B610-B3CEEEFE0D21}">
      <dgm:prSet/>
      <dgm:spPr/>
      <dgm:t>
        <a:bodyPr/>
        <a:lstStyle/>
        <a:p>
          <a:endParaRPr lang="pt-BR"/>
        </a:p>
      </dgm:t>
    </dgm:pt>
    <dgm:pt modelId="{58879F35-FA7C-4607-B4C3-692AD42FF715}" type="sibTrans" cxnId="{6C3F6B1F-B670-4DC5-B610-B3CEEEFE0D21}">
      <dgm:prSet/>
      <dgm:spPr/>
      <dgm:t>
        <a:bodyPr/>
        <a:lstStyle/>
        <a:p>
          <a:endParaRPr lang="pt-BR"/>
        </a:p>
      </dgm:t>
    </dgm:pt>
    <dgm:pt modelId="{E9EC0B84-1F62-4A29-A7CE-CDBE761EB477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gm:t>
    </dgm:pt>
    <dgm:pt modelId="{429A9847-31B5-48BD-A425-6BE0BDBAA5B9}" type="parTrans" cxnId="{6075500B-7640-4D31-B836-AA592B1BF7B8}">
      <dgm:prSet/>
      <dgm:spPr/>
      <dgm:t>
        <a:bodyPr/>
        <a:lstStyle/>
        <a:p>
          <a:endParaRPr lang="pt-BR"/>
        </a:p>
      </dgm:t>
    </dgm:pt>
    <dgm:pt modelId="{F2E9081C-9A25-4BEE-A03D-ABB8B79F077A}" type="sibTrans" cxnId="{6075500B-7640-4D31-B836-AA592B1BF7B8}">
      <dgm:prSet/>
      <dgm:spPr/>
      <dgm:t>
        <a:bodyPr/>
        <a:lstStyle/>
        <a:p>
          <a:endParaRPr lang="pt-BR"/>
        </a:p>
      </dgm:t>
    </dgm:pt>
    <dgm:pt modelId="{926D3DC0-4DFD-454A-B3FE-5334DFC9C653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gm:t>
    </dgm:pt>
    <dgm:pt modelId="{8C1B43FB-D1F2-464E-A443-9568ECE75662}" type="parTrans" cxnId="{4F5526E3-72EA-4182-83B0-9357C108AA42}">
      <dgm:prSet/>
      <dgm:spPr/>
      <dgm:t>
        <a:bodyPr/>
        <a:lstStyle/>
        <a:p>
          <a:endParaRPr lang="pt-BR"/>
        </a:p>
      </dgm:t>
    </dgm:pt>
    <dgm:pt modelId="{60DDBF27-1D2A-46DB-84AA-E28357417AA7}" type="sibTrans" cxnId="{4F5526E3-72EA-4182-83B0-9357C108AA42}">
      <dgm:prSet/>
      <dgm:spPr/>
      <dgm:t>
        <a:bodyPr/>
        <a:lstStyle/>
        <a:p>
          <a:endParaRPr lang="pt-BR"/>
        </a:p>
      </dgm:t>
    </dgm:pt>
    <dgm:pt modelId="{97A99579-4988-4FAE-9FF3-5BBE0DA9ADA9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gm:t>
    </dgm:pt>
    <dgm:pt modelId="{D743541A-4A35-41EB-9E2A-CE0542A27C2A}" type="parTrans" cxnId="{3908B1D2-1E4D-436B-BFBE-E703767D58DA}">
      <dgm:prSet/>
      <dgm:spPr/>
      <dgm:t>
        <a:bodyPr/>
        <a:lstStyle/>
        <a:p>
          <a:endParaRPr lang="pt-BR"/>
        </a:p>
      </dgm:t>
    </dgm:pt>
    <dgm:pt modelId="{0AFC4DBF-1DF2-4E7A-A34E-33E391EE7E04}" type="sibTrans" cxnId="{3908B1D2-1E4D-436B-BFBE-E703767D58DA}">
      <dgm:prSet/>
      <dgm:spPr/>
      <dgm:t>
        <a:bodyPr/>
        <a:lstStyle/>
        <a:p>
          <a:endParaRPr lang="pt-BR"/>
        </a:p>
      </dgm:t>
    </dgm:pt>
    <dgm:pt modelId="{16CB51E1-613A-4A80-A1C8-BE05DFB612DE}" type="pres">
      <dgm:prSet presAssocID="{67257B9A-E54D-4CBC-88CA-F04DCBB83693}" presName="Name0" presStyleCnt="0">
        <dgm:presLayoutVars>
          <dgm:dir/>
          <dgm:animLvl val="lvl"/>
          <dgm:resizeHandles val="exact"/>
        </dgm:presLayoutVars>
      </dgm:prSet>
      <dgm:spPr/>
    </dgm:pt>
    <dgm:pt modelId="{21910256-10E2-4090-96A2-FC1DBFACC7B1}" type="pres">
      <dgm:prSet presAssocID="{85A9D966-FD99-42DE-BCC4-352762AE9887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93A08D8-364A-4AA2-87F9-BABDD8C6DEE5}" type="pres">
      <dgm:prSet presAssocID="{58879F35-FA7C-4607-B4C3-692AD42FF715}" presName="parTxOnlySpace" presStyleCnt="0"/>
      <dgm:spPr/>
    </dgm:pt>
    <dgm:pt modelId="{E4A63B68-39BD-41F1-AD6A-9695AA02B5DE}" type="pres">
      <dgm:prSet presAssocID="{E9EC0B84-1F62-4A29-A7CE-CDBE761EB477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AC93286-CA3A-46CC-B720-AF41D5B26D1D}" type="pres">
      <dgm:prSet presAssocID="{F2E9081C-9A25-4BEE-A03D-ABB8B79F077A}" presName="parTxOnlySpace" presStyleCnt="0"/>
      <dgm:spPr/>
    </dgm:pt>
    <dgm:pt modelId="{2A6A4C61-BCCA-4026-A6AB-0216012356E0}" type="pres">
      <dgm:prSet presAssocID="{926D3DC0-4DFD-454A-B3FE-5334DFC9C65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6343E80-F941-45B9-9713-FC8987C71F08}" type="pres">
      <dgm:prSet presAssocID="{60DDBF27-1D2A-46DB-84AA-E28357417AA7}" presName="parTxOnlySpace" presStyleCnt="0"/>
      <dgm:spPr/>
    </dgm:pt>
    <dgm:pt modelId="{B87C4145-B229-4C19-A628-2BDB766E9FA2}" type="pres">
      <dgm:prSet presAssocID="{97A99579-4988-4FAE-9FF3-5BBE0DA9ADA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075500B-7640-4D31-B836-AA592B1BF7B8}" srcId="{67257B9A-E54D-4CBC-88CA-F04DCBB83693}" destId="{E9EC0B84-1F62-4A29-A7CE-CDBE761EB477}" srcOrd="1" destOrd="0" parTransId="{429A9847-31B5-48BD-A425-6BE0BDBAA5B9}" sibTransId="{F2E9081C-9A25-4BEE-A03D-ABB8B79F077A}"/>
    <dgm:cxn modelId="{6C3F6B1F-B670-4DC5-B610-B3CEEEFE0D21}" srcId="{67257B9A-E54D-4CBC-88CA-F04DCBB83693}" destId="{85A9D966-FD99-42DE-BCC4-352762AE9887}" srcOrd="0" destOrd="0" parTransId="{3B30D274-91ED-4013-B9D0-ED0E5526648C}" sibTransId="{58879F35-FA7C-4607-B4C3-692AD42FF715}"/>
    <dgm:cxn modelId="{9F4FBB41-F50B-4F0B-8DD2-42B81861592F}" type="presOf" srcId="{926D3DC0-4DFD-454A-B3FE-5334DFC9C653}" destId="{2A6A4C61-BCCA-4026-A6AB-0216012356E0}" srcOrd="0" destOrd="0" presId="urn:microsoft.com/office/officeart/2005/8/layout/chevron1"/>
    <dgm:cxn modelId="{C012B244-5116-49EE-BF3C-25CDCB00140D}" type="presOf" srcId="{97A99579-4988-4FAE-9FF3-5BBE0DA9ADA9}" destId="{B87C4145-B229-4C19-A628-2BDB766E9FA2}" srcOrd="0" destOrd="0" presId="urn:microsoft.com/office/officeart/2005/8/layout/chevron1"/>
    <dgm:cxn modelId="{586B81AF-C851-427B-84F0-2F5647071713}" type="presOf" srcId="{85A9D966-FD99-42DE-BCC4-352762AE9887}" destId="{21910256-10E2-4090-96A2-FC1DBFACC7B1}" srcOrd="0" destOrd="0" presId="urn:microsoft.com/office/officeart/2005/8/layout/chevron1"/>
    <dgm:cxn modelId="{C2E2D4BD-DC25-4A58-88CD-E285E4A67AE4}" type="presOf" srcId="{67257B9A-E54D-4CBC-88CA-F04DCBB83693}" destId="{16CB51E1-613A-4A80-A1C8-BE05DFB612DE}" srcOrd="0" destOrd="0" presId="urn:microsoft.com/office/officeart/2005/8/layout/chevron1"/>
    <dgm:cxn modelId="{3908B1D2-1E4D-436B-BFBE-E703767D58DA}" srcId="{67257B9A-E54D-4CBC-88CA-F04DCBB83693}" destId="{97A99579-4988-4FAE-9FF3-5BBE0DA9ADA9}" srcOrd="3" destOrd="0" parTransId="{D743541A-4A35-41EB-9E2A-CE0542A27C2A}" sibTransId="{0AFC4DBF-1DF2-4E7A-A34E-33E391EE7E04}"/>
    <dgm:cxn modelId="{1CED65DC-E165-45A9-92BC-1667C9E1E2F8}" type="presOf" srcId="{E9EC0B84-1F62-4A29-A7CE-CDBE761EB477}" destId="{E4A63B68-39BD-41F1-AD6A-9695AA02B5DE}" srcOrd="0" destOrd="0" presId="urn:microsoft.com/office/officeart/2005/8/layout/chevron1"/>
    <dgm:cxn modelId="{4F5526E3-72EA-4182-83B0-9357C108AA42}" srcId="{67257B9A-E54D-4CBC-88CA-F04DCBB83693}" destId="{926D3DC0-4DFD-454A-B3FE-5334DFC9C653}" srcOrd="2" destOrd="0" parTransId="{8C1B43FB-D1F2-464E-A443-9568ECE75662}" sibTransId="{60DDBF27-1D2A-46DB-84AA-E28357417AA7}"/>
    <dgm:cxn modelId="{2CA50A9A-662D-42F5-AF56-555706AF8A0A}" type="presParOf" srcId="{16CB51E1-613A-4A80-A1C8-BE05DFB612DE}" destId="{21910256-10E2-4090-96A2-FC1DBFACC7B1}" srcOrd="0" destOrd="0" presId="urn:microsoft.com/office/officeart/2005/8/layout/chevron1"/>
    <dgm:cxn modelId="{3626240C-5B96-4F83-89C0-8D30FE120C77}" type="presParOf" srcId="{16CB51E1-613A-4A80-A1C8-BE05DFB612DE}" destId="{293A08D8-364A-4AA2-87F9-BABDD8C6DEE5}" srcOrd="1" destOrd="0" presId="urn:microsoft.com/office/officeart/2005/8/layout/chevron1"/>
    <dgm:cxn modelId="{29B8C488-10FA-4B45-B23B-B2F852308CBC}" type="presParOf" srcId="{16CB51E1-613A-4A80-A1C8-BE05DFB612DE}" destId="{E4A63B68-39BD-41F1-AD6A-9695AA02B5DE}" srcOrd="2" destOrd="0" presId="urn:microsoft.com/office/officeart/2005/8/layout/chevron1"/>
    <dgm:cxn modelId="{31A9D335-7A83-4D4F-B6E4-94C9A8D4160C}" type="presParOf" srcId="{16CB51E1-613A-4A80-A1C8-BE05DFB612DE}" destId="{CAC93286-CA3A-46CC-B720-AF41D5B26D1D}" srcOrd="3" destOrd="0" presId="urn:microsoft.com/office/officeart/2005/8/layout/chevron1"/>
    <dgm:cxn modelId="{4F3ADBAA-333F-4AC1-9779-8F6F33A60D41}" type="presParOf" srcId="{16CB51E1-613A-4A80-A1C8-BE05DFB612DE}" destId="{2A6A4C61-BCCA-4026-A6AB-0216012356E0}" srcOrd="4" destOrd="0" presId="urn:microsoft.com/office/officeart/2005/8/layout/chevron1"/>
    <dgm:cxn modelId="{3AB58576-2E08-403A-887E-834FEE273931}" type="presParOf" srcId="{16CB51E1-613A-4A80-A1C8-BE05DFB612DE}" destId="{26343E80-F941-45B9-9713-FC8987C71F08}" srcOrd="5" destOrd="0" presId="urn:microsoft.com/office/officeart/2005/8/layout/chevron1"/>
    <dgm:cxn modelId="{A876C8EA-1DA4-4A5A-830D-EBA7DDB039A2}" type="presParOf" srcId="{16CB51E1-613A-4A80-A1C8-BE05DFB612DE}" destId="{B87C4145-B229-4C19-A628-2BDB766E9FA2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7257B9A-E54D-4CBC-88CA-F04DCBB83693}" type="doc">
      <dgm:prSet loTypeId="urn:microsoft.com/office/officeart/2005/8/layout/chevron1" loCatId="process" qsTypeId="urn:microsoft.com/office/officeart/2005/8/quickstyle/simple4" qsCatId="simple" csTypeId="urn:microsoft.com/office/officeart/2005/8/colors/accent3_1" csCatId="accent3" phldr="1"/>
      <dgm:spPr/>
    </dgm:pt>
    <dgm:pt modelId="{85A9D966-FD99-42DE-BCC4-352762AE9887}">
      <dgm:prSet phldrT="[Texto]" custT="1"/>
      <dgm:spPr>
        <a:solidFill>
          <a:srgbClr val="FFC000"/>
        </a:solidFill>
        <a:ln w="19050">
          <a:solidFill>
            <a:schemeClr val="tx1"/>
          </a:solidFill>
        </a:ln>
      </dgm:spPr>
      <dgm:t>
        <a:bodyPr/>
        <a:lstStyle/>
        <a:p>
          <a:r>
            <a:rPr lang="pt-BR" sz="1500" b="1" dirty="0"/>
            <a:t>Tipos de metodologias qualitativas</a:t>
          </a:r>
          <a:endParaRPr lang="pt-BR" sz="15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30D274-91ED-4013-B9D0-ED0E5526648C}" type="parTrans" cxnId="{6C3F6B1F-B670-4DC5-B610-B3CEEEFE0D21}">
      <dgm:prSet/>
      <dgm:spPr/>
      <dgm:t>
        <a:bodyPr/>
        <a:lstStyle/>
        <a:p>
          <a:endParaRPr lang="pt-BR"/>
        </a:p>
      </dgm:t>
    </dgm:pt>
    <dgm:pt modelId="{58879F35-FA7C-4607-B4C3-692AD42FF715}" type="sibTrans" cxnId="{6C3F6B1F-B670-4DC5-B610-B3CEEEFE0D21}">
      <dgm:prSet/>
      <dgm:spPr/>
      <dgm:t>
        <a:bodyPr/>
        <a:lstStyle/>
        <a:p>
          <a:endParaRPr lang="pt-BR"/>
        </a:p>
      </dgm:t>
    </dgm:pt>
    <dgm:pt modelId="{E9EC0B84-1F62-4A29-A7CE-CDBE761EB477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gm:t>
    </dgm:pt>
    <dgm:pt modelId="{429A9847-31B5-48BD-A425-6BE0BDBAA5B9}" type="parTrans" cxnId="{6075500B-7640-4D31-B836-AA592B1BF7B8}">
      <dgm:prSet/>
      <dgm:spPr/>
      <dgm:t>
        <a:bodyPr/>
        <a:lstStyle/>
        <a:p>
          <a:endParaRPr lang="pt-BR"/>
        </a:p>
      </dgm:t>
    </dgm:pt>
    <dgm:pt modelId="{F2E9081C-9A25-4BEE-A03D-ABB8B79F077A}" type="sibTrans" cxnId="{6075500B-7640-4D31-B836-AA592B1BF7B8}">
      <dgm:prSet/>
      <dgm:spPr/>
      <dgm:t>
        <a:bodyPr/>
        <a:lstStyle/>
        <a:p>
          <a:endParaRPr lang="pt-BR"/>
        </a:p>
      </dgm:t>
    </dgm:pt>
    <dgm:pt modelId="{926D3DC0-4DFD-454A-B3FE-5334DFC9C653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gm:t>
    </dgm:pt>
    <dgm:pt modelId="{8C1B43FB-D1F2-464E-A443-9568ECE75662}" type="parTrans" cxnId="{4F5526E3-72EA-4182-83B0-9357C108AA42}">
      <dgm:prSet/>
      <dgm:spPr/>
      <dgm:t>
        <a:bodyPr/>
        <a:lstStyle/>
        <a:p>
          <a:endParaRPr lang="pt-BR"/>
        </a:p>
      </dgm:t>
    </dgm:pt>
    <dgm:pt modelId="{60DDBF27-1D2A-46DB-84AA-E28357417AA7}" type="sibTrans" cxnId="{4F5526E3-72EA-4182-83B0-9357C108AA42}">
      <dgm:prSet/>
      <dgm:spPr/>
      <dgm:t>
        <a:bodyPr/>
        <a:lstStyle/>
        <a:p>
          <a:endParaRPr lang="pt-BR"/>
        </a:p>
      </dgm:t>
    </dgm:pt>
    <dgm:pt modelId="{97A99579-4988-4FAE-9FF3-5BBE0DA9ADA9}">
      <dgm:prSet phldrT="[Texto]" custT="1"/>
      <dgm:spPr/>
      <dgm:t>
        <a:bodyPr/>
        <a:lstStyle/>
        <a:p>
          <a:endParaRPr lang="pt-BR" sz="1600" b="1" dirty="0">
            <a:solidFill>
              <a:schemeClr val="bg1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43541A-4A35-41EB-9E2A-CE0542A27C2A}" type="parTrans" cxnId="{3908B1D2-1E4D-436B-BFBE-E703767D58DA}">
      <dgm:prSet/>
      <dgm:spPr/>
      <dgm:t>
        <a:bodyPr/>
        <a:lstStyle/>
        <a:p>
          <a:endParaRPr lang="pt-BR"/>
        </a:p>
      </dgm:t>
    </dgm:pt>
    <dgm:pt modelId="{0AFC4DBF-1DF2-4E7A-A34E-33E391EE7E04}" type="sibTrans" cxnId="{3908B1D2-1E4D-436B-BFBE-E703767D58DA}">
      <dgm:prSet/>
      <dgm:spPr/>
      <dgm:t>
        <a:bodyPr/>
        <a:lstStyle/>
        <a:p>
          <a:endParaRPr lang="pt-BR"/>
        </a:p>
      </dgm:t>
    </dgm:pt>
    <dgm:pt modelId="{16CB51E1-613A-4A80-A1C8-BE05DFB612DE}" type="pres">
      <dgm:prSet presAssocID="{67257B9A-E54D-4CBC-88CA-F04DCBB83693}" presName="Name0" presStyleCnt="0">
        <dgm:presLayoutVars>
          <dgm:dir/>
          <dgm:animLvl val="lvl"/>
          <dgm:resizeHandles val="exact"/>
        </dgm:presLayoutVars>
      </dgm:prSet>
      <dgm:spPr/>
    </dgm:pt>
    <dgm:pt modelId="{21910256-10E2-4090-96A2-FC1DBFACC7B1}" type="pres">
      <dgm:prSet presAssocID="{85A9D966-FD99-42DE-BCC4-352762AE9887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93A08D8-364A-4AA2-87F9-BABDD8C6DEE5}" type="pres">
      <dgm:prSet presAssocID="{58879F35-FA7C-4607-B4C3-692AD42FF715}" presName="parTxOnlySpace" presStyleCnt="0"/>
      <dgm:spPr/>
    </dgm:pt>
    <dgm:pt modelId="{E4A63B68-39BD-41F1-AD6A-9695AA02B5DE}" type="pres">
      <dgm:prSet presAssocID="{E9EC0B84-1F62-4A29-A7CE-CDBE761EB477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AC93286-CA3A-46CC-B720-AF41D5B26D1D}" type="pres">
      <dgm:prSet presAssocID="{F2E9081C-9A25-4BEE-A03D-ABB8B79F077A}" presName="parTxOnlySpace" presStyleCnt="0"/>
      <dgm:spPr/>
    </dgm:pt>
    <dgm:pt modelId="{2A6A4C61-BCCA-4026-A6AB-0216012356E0}" type="pres">
      <dgm:prSet presAssocID="{926D3DC0-4DFD-454A-B3FE-5334DFC9C65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6343E80-F941-45B9-9713-FC8987C71F08}" type="pres">
      <dgm:prSet presAssocID="{60DDBF27-1D2A-46DB-84AA-E28357417AA7}" presName="parTxOnlySpace" presStyleCnt="0"/>
      <dgm:spPr/>
    </dgm:pt>
    <dgm:pt modelId="{B87C4145-B229-4C19-A628-2BDB766E9FA2}" type="pres">
      <dgm:prSet presAssocID="{97A99579-4988-4FAE-9FF3-5BBE0DA9ADA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075500B-7640-4D31-B836-AA592B1BF7B8}" srcId="{67257B9A-E54D-4CBC-88CA-F04DCBB83693}" destId="{E9EC0B84-1F62-4A29-A7CE-CDBE761EB477}" srcOrd="1" destOrd="0" parTransId="{429A9847-31B5-48BD-A425-6BE0BDBAA5B9}" sibTransId="{F2E9081C-9A25-4BEE-A03D-ABB8B79F077A}"/>
    <dgm:cxn modelId="{6C3F6B1F-B670-4DC5-B610-B3CEEEFE0D21}" srcId="{67257B9A-E54D-4CBC-88CA-F04DCBB83693}" destId="{85A9D966-FD99-42DE-BCC4-352762AE9887}" srcOrd="0" destOrd="0" parTransId="{3B30D274-91ED-4013-B9D0-ED0E5526648C}" sibTransId="{58879F35-FA7C-4607-B4C3-692AD42FF715}"/>
    <dgm:cxn modelId="{BF8E7523-7332-4DEF-B06E-E83CF1082F4F}" type="presOf" srcId="{97A99579-4988-4FAE-9FF3-5BBE0DA9ADA9}" destId="{B87C4145-B229-4C19-A628-2BDB766E9FA2}" srcOrd="0" destOrd="0" presId="urn:microsoft.com/office/officeart/2005/8/layout/chevron1"/>
    <dgm:cxn modelId="{CDCF125C-F311-471D-9886-05DC0FAB726A}" type="presOf" srcId="{67257B9A-E54D-4CBC-88CA-F04DCBB83693}" destId="{16CB51E1-613A-4A80-A1C8-BE05DFB612DE}" srcOrd="0" destOrd="0" presId="urn:microsoft.com/office/officeart/2005/8/layout/chevron1"/>
    <dgm:cxn modelId="{65FFA06C-E29F-4ADC-8B04-F480883B99D3}" type="presOf" srcId="{85A9D966-FD99-42DE-BCC4-352762AE9887}" destId="{21910256-10E2-4090-96A2-FC1DBFACC7B1}" srcOrd="0" destOrd="0" presId="urn:microsoft.com/office/officeart/2005/8/layout/chevron1"/>
    <dgm:cxn modelId="{A650C8A9-F83A-4567-A6A6-1302FB31A53F}" type="presOf" srcId="{E9EC0B84-1F62-4A29-A7CE-CDBE761EB477}" destId="{E4A63B68-39BD-41F1-AD6A-9695AA02B5DE}" srcOrd="0" destOrd="0" presId="urn:microsoft.com/office/officeart/2005/8/layout/chevron1"/>
    <dgm:cxn modelId="{3908B1D2-1E4D-436B-BFBE-E703767D58DA}" srcId="{67257B9A-E54D-4CBC-88CA-F04DCBB83693}" destId="{97A99579-4988-4FAE-9FF3-5BBE0DA9ADA9}" srcOrd="3" destOrd="0" parTransId="{D743541A-4A35-41EB-9E2A-CE0542A27C2A}" sibTransId="{0AFC4DBF-1DF2-4E7A-A34E-33E391EE7E04}"/>
    <dgm:cxn modelId="{4F5526E3-72EA-4182-83B0-9357C108AA42}" srcId="{67257B9A-E54D-4CBC-88CA-F04DCBB83693}" destId="{926D3DC0-4DFD-454A-B3FE-5334DFC9C653}" srcOrd="2" destOrd="0" parTransId="{8C1B43FB-D1F2-464E-A443-9568ECE75662}" sibTransId="{60DDBF27-1D2A-46DB-84AA-E28357417AA7}"/>
    <dgm:cxn modelId="{F7F436FE-A492-4F27-98E0-0DD9DF7EDA62}" type="presOf" srcId="{926D3DC0-4DFD-454A-B3FE-5334DFC9C653}" destId="{2A6A4C61-BCCA-4026-A6AB-0216012356E0}" srcOrd="0" destOrd="0" presId="urn:microsoft.com/office/officeart/2005/8/layout/chevron1"/>
    <dgm:cxn modelId="{D84B404D-F190-4690-B1B6-520EBD0A1264}" type="presParOf" srcId="{16CB51E1-613A-4A80-A1C8-BE05DFB612DE}" destId="{21910256-10E2-4090-96A2-FC1DBFACC7B1}" srcOrd="0" destOrd="0" presId="urn:microsoft.com/office/officeart/2005/8/layout/chevron1"/>
    <dgm:cxn modelId="{1BEBD116-8434-4468-A76B-8F87453B8FB4}" type="presParOf" srcId="{16CB51E1-613A-4A80-A1C8-BE05DFB612DE}" destId="{293A08D8-364A-4AA2-87F9-BABDD8C6DEE5}" srcOrd="1" destOrd="0" presId="urn:microsoft.com/office/officeart/2005/8/layout/chevron1"/>
    <dgm:cxn modelId="{FF2F68E8-B372-4B04-B852-B92122F5E9A0}" type="presParOf" srcId="{16CB51E1-613A-4A80-A1C8-BE05DFB612DE}" destId="{E4A63B68-39BD-41F1-AD6A-9695AA02B5DE}" srcOrd="2" destOrd="0" presId="urn:microsoft.com/office/officeart/2005/8/layout/chevron1"/>
    <dgm:cxn modelId="{A52C44BC-B11E-4A8B-A346-4A5CDA4BFE41}" type="presParOf" srcId="{16CB51E1-613A-4A80-A1C8-BE05DFB612DE}" destId="{CAC93286-CA3A-46CC-B720-AF41D5B26D1D}" srcOrd="3" destOrd="0" presId="urn:microsoft.com/office/officeart/2005/8/layout/chevron1"/>
    <dgm:cxn modelId="{58F79F11-20E9-413C-8859-9C12438D304E}" type="presParOf" srcId="{16CB51E1-613A-4A80-A1C8-BE05DFB612DE}" destId="{2A6A4C61-BCCA-4026-A6AB-0216012356E0}" srcOrd="4" destOrd="0" presId="urn:microsoft.com/office/officeart/2005/8/layout/chevron1"/>
    <dgm:cxn modelId="{6FEBE9F7-A2F9-43AD-9682-7BE02F439B14}" type="presParOf" srcId="{16CB51E1-613A-4A80-A1C8-BE05DFB612DE}" destId="{26343E80-F941-45B9-9713-FC8987C71F08}" srcOrd="5" destOrd="0" presId="urn:microsoft.com/office/officeart/2005/8/layout/chevron1"/>
    <dgm:cxn modelId="{1F01F634-08A6-466B-A015-C1C3FC77CDFF}" type="presParOf" srcId="{16CB51E1-613A-4A80-A1C8-BE05DFB612DE}" destId="{B87C4145-B229-4C19-A628-2BDB766E9FA2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7257B9A-E54D-4CBC-88CA-F04DCBB83693}" type="doc">
      <dgm:prSet loTypeId="urn:microsoft.com/office/officeart/2005/8/layout/chevron1" loCatId="process" qsTypeId="urn:microsoft.com/office/officeart/2005/8/quickstyle/simple4" qsCatId="simple" csTypeId="urn:microsoft.com/office/officeart/2005/8/colors/accent3_1" csCatId="accent3" phldr="1"/>
      <dgm:spPr/>
    </dgm:pt>
    <dgm:pt modelId="{85A9D966-FD99-42DE-BCC4-352762AE9887}">
      <dgm:prSet phldrT="[Texto]" custT="1"/>
      <dgm:spPr>
        <a:solidFill>
          <a:srgbClr val="FFC000"/>
        </a:solidFill>
        <a:ln w="19050">
          <a:solidFill>
            <a:schemeClr val="tx1"/>
          </a:solidFill>
        </a:ln>
      </dgm:spPr>
      <dgm:t>
        <a:bodyPr/>
        <a:lstStyle/>
        <a:p>
          <a:r>
            <a:rPr lang="pt-BR" sz="1500" b="1" dirty="0"/>
            <a:t>Tipos de metodologias qualitativas</a:t>
          </a:r>
          <a:endParaRPr lang="pt-BR" sz="15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30D274-91ED-4013-B9D0-ED0E5526648C}" type="parTrans" cxnId="{6C3F6B1F-B670-4DC5-B610-B3CEEEFE0D21}">
      <dgm:prSet/>
      <dgm:spPr/>
      <dgm:t>
        <a:bodyPr/>
        <a:lstStyle/>
        <a:p>
          <a:endParaRPr lang="pt-BR"/>
        </a:p>
      </dgm:t>
    </dgm:pt>
    <dgm:pt modelId="{58879F35-FA7C-4607-B4C3-692AD42FF715}" type="sibTrans" cxnId="{6C3F6B1F-B670-4DC5-B610-B3CEEEFE0D21}">
      <dgm:prSet/>
      <dgm:spPr/>
      <dgm:t>
        <a:bodyPr/>
        <a:lstStyle/>
        <a:p>
          <a:endParaRPr lang="pt-BR"/>
        </a:p>
      </dgm:t>
    </dgm:pt>
    <dgm:pt modelId="{E9EC0B84-1F62-4A29-A7CE-CDBE761EB477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gm:t>
    </dgm:pt>
    <dgm:pt modelId="{429A9847-31B5-48BD-A425-6BE0BDBAA5B9}" type="parTrans" cxnId="{6075500B-7640-4D31-B836-AA592B1BF7B8}">
      <dgm:prSet/>
      <dgm:spPr/>
      <dgm:t>
        <a:bodyPr/>
        <a:lstStyle/>
        <a:p>
          <a:endParaRPr lang="pt-BR"/>
        </a:p>
      </dgm:t>
    </dgm:pt>
    <dgm:pt modelId="{F2E9081C-9A25-4BEE-A03D-ABB8B79F077A}" type="sibTrans" cxnId="{6075500B-7640-4D31-B836-AA592B1BF7B8}">
      <dgm:prSet/>
      <dgm:spPr/>
      <dgm:t>
        <a:bodyPr/>
        <a:lstStyle/>
        <a:p>
          <a:endParaRPr lang="pt-BR"/>
        </a:p>
      </dgm:t>
    </dgm:pt>
    <dgm:pt modelId="{926D3DC0-4DFD-454A-B3FE-5334DFC9C653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gm:t>
    </dgm:pt>
    <dgm:pt modelId="{8C1B43FB-D1F2-464E-A443-9568ECE75662}" type="parTrans" cxnId="{4F5526E3-72EA-4182-83B0-9357C108AA42}">
      <dgm:prSet/>
      <dgm:spPr/>
      <dgm:t>
        <a:bodyPr/>
        <a:lstStyle/>
        <a:p>
          <a:endParaRPr lang="pt-BR"/>
        </a:p>
      </dgm:t>
    </dgm:pt>
    <dgm:pt modelId="{60DDBF27-1D2A-46DB-84AA-E28357417AA7}" type="sibTrans" cxnId="{4F5526E3-72EA-4182-83B0-9357C108AA42}">
      <dgm:prSet/>
      <dgm:spPr/>
      <dgm:t>
        <a:bodyPr/>
        <a:lstStyle/>
        <a:p>
          <a:endParaRPr lang="pt-BR"/>
        </a:p>
      </dgm:t>
    </dgm:pt>
    <dgm:pt modelId="{97A99579-4988-4FAE-9FF3-5BBE0DA9ADA9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gm:t>
    </dgm:pt>
    <dgm:pt modelId="{D743541A-4A35-41EB-9E2A-CE0542A27C2A}" type="parTrans" cxnId="{3908B1D2-1E4D-436B-BFBE-E703767D58DA}">
      <dgm:prSet/>
      <dgm:spPr/>
      <dgm:t>
        <a:bodyPr/>
        <a:lstStyle/>
        <a:p>
          <a:endParaRPr lang="pt-BR"/>
        </a:p>
      </dgm:t>
    </dgm:pt>
    <dgm:pt modelId="{0AFC4DBF-1DF2-4E7A-A34E-33E391EE7E04}" type="sibTrans" cxnId="{3908B1D2-1E4D-436B-BFBE-E703767D58DA}">
      <dgm:prSet/>
      <dgm:spPr/>
      <dgm:t>
        <a:bodyPr/>
        <a:lstStyle/>
        <a:p>
          <a:endParaRPr lang="pt-BR"/>
        </a:p>
      </dgm:t>
    </dgm:pt>
    <dgm:pt modelId="{16CB51E1-613A-4A80-A1C8-BE05DFB612DE}" type="pres">
      <dgm:prSet presAssocID="{67257B9A-E54D-4CBC-88CA-F04DCBB83693}" presName="Name0" presStyleCnt="0">
        <dgm:presLayoutVars>
          <dgm:dir/>
          <dgm:animLvl val="lvl"/>
          <dgm:resizeHandles val="exact"/>
        </dgm:presLayoutVars>
      </dgm:prSet>
      <dgm:spPr/>
    </dgm:pt>
    <dgm:pt modelId="{21910256-10E2-4090-96A2-FC1DBFACC7B1}" type="pres">
      <dgm:prSet presAssocID="{85A9D966-FD99-42DE-BCC4-352762AE9887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93A08D8-364A-4AA2-87F9-BABDD8C6DEE5}" type="pres">
      <dgm:prSet presAssocID="{58879F35-FA7C-4607-B4C3-692AD42FF715}" presName="parTxOnlySpace" presStyleCnt="0"/>
      <dgm:spPr/>
    </dgm:pt>
    <dgm:pt modelId="{E4A63B68-39BD-41F1-AD6A-9695AA02B5DE}" type="pres">
      <dgm:prSet presAssocID="{E9EC0B84-1F62-4A29-A7CE-CDBE761EB477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AC93286-CA3A-46CC-B720-AF41D5B26D1D}" type="pres">
      <dgm:prSet presAssocID="{F2E9081C-9A25-4BEE-A03D-ABB8B79F077A}" presName="parTxOnlySpace" presStyleCnt="0"/>
      <dgm:spPr/>
    </dgm:pt>
    <dgm:pt modelId="{2A6A4C61-BCCA-4026-A6AB-0216012356E0}" type="pres">
      <dgm:prSet presAssocID="{926D3DC0-4DFD-454A-B3FE-5334DFC9C65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6343E80-F941-45B9-9713-FC8987C71F08}" type="pres">
      <dgm:prSet presAssocID="{60DDBF27-1D2A-46DB-84AA-E28357417AA7}" presName="parTxOnlySpace" presStyleCnt="0"/>
      <dgm:spPr/>
    </dgm:pt>
    <dgm:pt modelId="{B87C4145-B229-4C19-A628-2BDB766E9FA2}" type="pres">
      <dgm:prSet presAssocID="{97A99579-4988-4FAE-9FF3-5BBE0DA9ADA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075500B-7640-4D31-B836-AA592B1BF7B8}" srcId="{67257B9A-E54D-4CBC-88CA-F04DCBB83693}" destId="{E9EC0B84-1F62-4A29-A7CE-CDBE761EB477}" srcOrd="1" destOrd="0" parTransId="{429A9847-31B5-48BD-A425-6BE0BDBAA5B9}" sibTransId="{F2E9081C-9A25-4BEE-A03D-ABB8B79F077A}"/>
    <dgm:cxn modelId="{6C3F6B1F-B670-4DC5-B610-B3CEEEFE0D21}" srcId="{67257B9A-E54D-4CBC-88CA-F04DCBB83693}" destId="{85A9D966-FD99-42DE-BCC4-352762AE9887}" srcOrd="0" destOrd="0" parTransId="{3B30D274-91ED-4013-B9D0-ED0E5526648C}" sibTransId="{58879F35-FA7C-4607-B4C3-692AD42FF715}"/>
    <dgm:cxn modelId="{25CC095E-6C4F-4D9C-A8CD-5840943C5CF6}" type="presOf" srcId="{67257B9A-E54D-4CBC-88CA-F04DCBB83693}" destId="{16CB51E1-613A-4A80-A1C8-BE05DFB612DE}" srcOrd="0" destOrd="0" presId="urn:microsoft.com/office/officeart/2005/8/layout/chevron1"/>
    <dgm:cxn modelId="{15B3545F-B151-4507-A3D4-41E5D12F2569}" type="presOf" srcId="{97A99579-4988-4FAE-9FF3-5BBE0DA9ADA9}" destId="{B87C4145-B229-4C19-A628-2BDB766E9FA2}" srcOrd="0" destOrd="0" presId="urn:microsoft.com/office/officeart/2005/8/layout/chevron1"/>
    <dgm:cxn modelId="{C144F74E-DED5-4D37-A3AD-512784637487}" type="presOf" srcId="{926D3DC0-4DFD-454A-B3FE-5334DFC9C653}" destId="{2A6A4C61-BCCA-4026-A6AB-0216012356E0}" srcOrd="0" destOrd="0" presId="urn:microsoft.com/office/officeart/2005/8/layout/chevron1"/>
    <dgm:cxn modelId="{C69C23B3-80A9-4B18-9ACC-E5F5665F9A97}" type="presOf" srcId="{85A9D966-FD99-42DE-BCC4-352762AE9887}" destId="{21910256-10E2-4090-96A2-FC1DBFACC7B1}" srcOrd="0" destOrd="0" presId="urn:microsoft.com/office/officeart/2005/8/layout/chevron1"/>
    <dgm:cxn modelId="{87C8BACB-C137-475F-9D4F-DABF417F6B8D}" type="presOf" srcId="{E9EC0B84-1F62-4A29-A7CE-CDBE761EB477}" destId="{E4A63B68-39BD-41F1-AD6A-9695AA02B5DE}" srcOrd="0" destOrd="0" presId="urn:microsoft.com/office/officeart/2005/8/layout/chevron1"/>
    <dgm:cxn modelId="{3908B1D2-1E4D-436B-BFBE-E703767D58DA}" srcId="{67257B9A-E54D-4CBC-88CA-F04DCBB83693}" destId="{97A99579-4988-4FAE-9FF3-5BBE0DA9ADA9}" srcOrd="3" destOrd="0" parTransId="{D743541A-4A35-41EB-9E2A-CE0542A27C2A}" sibTransId="{0AFC4DBF-1DF2-4E7A-A34E-33E391EE7E04}"/>
    <dgm:cxn modelId="{4F5526E3-72EA-4182-83B0-9357C108AA42}" srcId="{67257B9A-E54D-4CBC-88CA-F04DCBB83693}" destId="{926D3DC0-4DFD-454A-B3FE-5334DFC9C653}" srcOrd="2" destOrd="0" parTransId="{8C1B43FB-D1F2-464E-A443-9568ECE75662}" sibTransId="{60DDBF27-1D2A-46DB-84AA-E28357417AA7}"/>
    <dgm:cxn modelId="{F1C7C429-A8BA-421F-8EC1-7AD3BBA76262}" type="presParOf" srcId="{16CB51E1-613A-4A80-A1C8-BE05DFB612DE}" destId="{21910256-10E2-4090-96A2-FC1DBFACC7B1}" srcOrd="0" destOrd="0" presId="urn:microsoft.com/office/officeart/2005/8/layout/chevron1"/>
    <dgm:cxn modelId="{20DD917E-22BC-4560-A14C-6870BDA97E3B}" type="presParOf" srcId="{16CB51E1-613A-4A80-A1C8-BE05DFB612DE}" destId="{293A08D8-364A-4AA2-87F9-BABDD8C6DEE5}" srcOrd="1" destOrd="0" presId="urn:microsoft.com/office/officeart/2005/8/layout/chevron1"/>
    <dgm:cxn modelId="{7C6116D6-FEBB-466C-B90E-0A2B91A49ACD}" type="presParOf" srcId="{16CB51E1-613A-4A80-A1C8-BE05DFB612DE}" destId="{E4A63B68-39BD-41F1-AD6A-9695AA02B5DE}" srcOrd="2" destOrd="0" presId="urn:microsoft.com/office/officeart/2005/8/layout/chevron1"/>
    <dgm:cxn modelId="{C6ABD350-6D1C-49AF-A018-86304EB0C18C}" type="presParOf" srcId="{16CB51E1-613A-4A80-A1C8-BE05DFB612DE}" destId="{CAC93286-CA3A-46CC-B720-AF41D5B26D1D}" srcOrd="3" destOrd="0" presId="urn:microsoft.com/office/officeart/2005/8/layout/chevron1"/>
    <dgm:cxn modelId="{39892547-4714-40FE-B921-68BB23A7FD32}" type="presParOf" srcId="{16CB51E1-613A-4A80-A1C8-BE05DFB612DE}" destId="{2A6A4C61-BCCA-4026-A6AB-0216012356E0}" srcOrd="4" destOrd="0" presId="urn:microsoft.com/office/officeart/2005/8/layout/chevron1"/>
    <dgm:cxn modelId="{F6A0AAFA-63CA-4651-9731-B454BC9BC6F8}" type="presParOf" srcId="{16CB51E1-613A-4A80-A1C8-BE05DFB612DE}" destId="{26343E80-F941-45B9-9713-FC8987C71F08}" srcOrd="5" destOrd="0" presId="urn:microsoft.com/office/officeart/2005/8/layout/chevron1"/>
    <dgm:cxn modelId="{9A171F29-06FD-4FD8-B65B-82EDC1C0477A}" type="presParOf" srcId="{16CB51E1-613A-4A80-A1C8-BE05DFB612DE}" destId="{B87C4145-B229-4C19-A628-2BDB766E9FA2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7257B9A-E54D-4CBC-88CA-F04DCBB83693}" type="doc">
      <dgm:prSet loTypeId="urn:microsoft.com/office/officeart/2005/8/layout/chevron1" loCatId="process" qsTypeId="urn:microsoft.com/office/officeart/2005/8/quickstyle/simple4" qsCatId="simple" csTypeId="urn:microsoft.com/office/officeart/2005/8/colors/accent3_1" csCatId="accent3" phldr="1"/>
      <dgm:spPr/>
    </dgm:pt>
    <dgm:pt modelId="{85A9D966-FD99-42DE-BCC4-352762AE9887}">
      <dgm:prSet phldrT="[Texto]" custT="1"/>
      <dgm:spPr>
        <a:solidFill>
          <a:srgbClr val="FFC000"/>
        </a:solidFill>
        <a:ln w="19050">
          <a:solidFill>
            <a:schemeClr val="tx1"/>
          </a:solidFill>
        </a:ln>
      </dgm:spPr>
      <dgm:t>
        <a:bodyPr/>
        <a:lstStyle/>
        <a:p>
          <a:r>
            <a:rPr lang="pt-BR" sz="1500" b="1" dirty="0"/>
            <a:t>Tipos de metodologias qualitativas</a:t>
          </a:r>
          <a:endParaRPr lang="pt-BR" sz="15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30D274-91ED-4013-B9D0-ED0E5526648C}" type="parTrans" cxnId="{6C3F6B1F-B670-4DC5-B610-B3CEEEFE0D21}">
      <dgm:prSet/>
      <dgm:spPr/>
      <dgm:t>
        <a:bodyPr/>
        <a:lstStyle/>
        <a:p>
          <a:endParaRPr lang="pt-BR"/>
        </a:p>
      </dgm:t>
    </dgm:pt>
    <dgm:pt modelId="{58879F35-FA7C-4607-B4C3-692AD42FF715}" type="sibTrans" cxnId="{6C3F6B1F-B670-4DC5-B610-B3CEEEFE0D21}">
      <dgm:prSet/>
      <dgm:spPr/>
      <dgm:t>
        <a:bodyPr/>
        <a:lstStyle/>
        <a:p>
          <a:endParaRPr lang="pt-BR"/>
        </a:p>
      </dgm:t>
    </dgm:pt>
    <dgm:pt modelId="{E9EC0B84-1F62-4A29-A7CE-CDBE761EB477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gm:t>
    </dgm:pt>
    <dgm:pt modelId="{429A9847-31B5-48BD-A425-6BE0BDBAA5B9}" type="parTrans" cxnId="{6075500B-7640-4D31-B836-AA592B1BF7B8}">
      <dgm:prSet/>
      <dgm:spPr/>
      <dgm:t>
        <a:bodyPr/>
        <a:lstStyle/>
        <a:p>
          <a:endParaRPr lang="pt-BR"/>
        </a:p>
      </dgm:t>
    </dgm:pt>
    <dgm:pt modelId="{F2E9081C-9A25-4BEE-A03D-ABB8B79F077A}" type="sibTrans" cxnId="{6075500B-7640-4D31-B836-AA592B1BF7B8}">
      <dgm:prSet/>
      <dgm:spPr/>
      <dgm:t>
        <a:bodyPr/>
        <a:lstStyle/>
        <a:p>
          <a:endParaRPr lang="pt-BR"/>
        </a:p>
      </dgm:t>
    </dgm:pt>
    <dgm:pt modelId="{926D3DC0-4DFD-454A-B3FE-5334DFC9C653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gm:t>
    </dgm:pt>
    <dgm:pt modelId="{8C1B43FB-D1F2-464E-A443-9568ECE75662}" type="parTrans" cxnId="{4F5526E3-72EA-4182-83B0-9357C108AA42}">
      <dgm:prSet/>
      <dgm:spPr/>
      <dgm:t>
        <a:bodyPr/>
        <a:lstStyle/>
        <a:p>
          <a:endParaRPr lang="pt-BR"/>
        </a:p>
      </dgm:t>
    </dgm:pt>
    <dgm:pt modelId="{60DDBF27-1D2A-46DB-84AA-E28357417AA7}" type="sibTrans" cxnId="{4F5526E3-72EA-4182-83B0-9357C108AA42}">
      <dgm:prSet/>
      <dgm:spPr/>
      <dgm:t>
        <a:bodyPr/>
        <a:lstStyle/>
        <a:p>
          <a:endParaRPr lang="pt-BR"/>
        </a:p>
      </dgm:t>
    </dgm:pt>
    <dgm:pt modelId="{97A99579-4988-4FAE-9FF3-5BBE0DA9ADA9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gm:t>
    </dgm:pt>
    <dgm:pt modelId="{D743541A-4A35-41EB-9E2A-CE0542A27C2A}" type="parTrans" cxnId="{3908B1D2-1E4D-436B-BFBE-E703767D58DA}">
      <dgm:prSet/>
      <dgm:spPr/>
      <dgm:t>
        <a:bodyPr/>
        <a:lstStyle/>
        <a:p>
          <a:endParaRPr lang="pt-BR"/>
        </a:p>
      </dgm:t>
    </dgm:pt>
    <dgm:pt modelId="{0AFC4DBF-1DF2-4E7A-A34E-33E391EE7E04}" type="sibTrans" cxnId="{3908B1D2-1E4D-436B-BFBE-E703767D58DA}">
      <dgm:prSet/>
      <dgm:spPr/>
      <dgm:t>
        <a:bodyPr/>
        <a:lstStyle/>
        <a:p>
          <a:endParaRPr lang="pt-BR"/>
        </a:p>
      </dgm:t>
    </dgm:pt>
    <dgm:pt modelId="{16CB51E1-613A-4A80-A1C8-BE05DFB612DE}" type="pres">
      <dgm:prSet presAssocID="{67257B9A-E54D-4CBC-88CA-F04DCBB83693}" presName="Name0" presStyleCnt="0">
        <dgm:presLayoutVars>
          <dgm:dir/>
          <dgm:animLvl val="lvl"/>
          <dgm:resizeHandles val="exact"/>
        </dgm:presLayoutVars>
      </dgm:prSet>
      <dgm:spPr/>
    </dgm:pt>
    <dgm:pt modelId="{21910256-10E2-4090-96A2-FC1DBFACC7B1}" type="pres">
      <dgm:prSet presAssocID="{85A9D966-FD99-42DE-BCC4-352762AE9887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93A08D8-364A-4AA2-87F9-BABDD8C6DEE5}" type="pres">
      <dgm:prSet presAssocID="{58879F35-FA7C-4607-B4C3-692AD42FF715}" presName="parTxOnlySpace" presStyleCnt="0"/>
      <dgm:spPr/>
    </dgm:pt>
    <dgm:pt modelId="{E4A63B68-39BD-41F1-AD6A-9695AA02B5DE}" type="pres">
      <dgm:prSet presAssocID="{E9EC0B84-1F62-4A29-A7CE-CDBE761EB477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AC93286-CA3A-46CC-B720-AF41D5B26D1D}" type="pres">
      <dgm:prSet presAssocID="{F2E9081C-9A25-4BEE-A03D-ABB8B79F077A}" presName="parTxOnlySpace" presStyleCnt="0"/>
      <dgm:spPr/>
    </dgm:pt>
    <dgm:pt modelId="{2A6A4C61-BCCA-4026-A6AB-0216012356E0}" type="pres">
      <dgm:prSet presAssocID="{926D3DC0-4DFD-454A-B3FE-5334DFC9C65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6343E80-F941-45B9-9713-FC8987C71F08}" type="pres">
      <dgm:prSet presAssocID="{60DDBF27-1D2A-46DB-84AA-E28357417AA7}" presName="parTxOnlySpace" presStyleCnt="0"/>
      <dgm:spPr/>
    </dgm:pt>
    <dgm:pt modelId="{B87C4145-B229-4C19-A628-2BDB766E9FA2}" type="pres">
      <dgm:prSet presAssocID="{97A99579-4988-4FAE-9FF3-5BBE0DA9ADA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26C8208-0C02-4173-A521-4D79DF5E43FF}" type="presOf" srcId="{926D3DC0-4DFD-454A-B3FE-5334DFC9C653}" destId="{2A6A4C61-BCCA-4026-A6AB-0216012356E0}" srcOrd="0" destOrd="0" presId="urn:microsoft.com/office/officeart/2005/8/layout/chevron1"/>
    <dgm:cxn modelId="{6075500B-7640-4D31-B836-AA592B1BF7B8}" srcId="{67257B9A-E54D-4CBC-88CA-F04DCBB83693}" destId="{E9EC0B84-1F62-4A29-A7CE-CDBE761EB477}" srcOrd="1" destOrd="0" parTransId="{429A9847-31B5-48BD-A425-6BE0BDBAA5B9}" sibTransId="{F2E9081C-9A25-4BEE-A03D-ABB8B79F077A}"/>
    <dgm:cxn modelId="{8124EE0E-A3EF-427D-9670-325E3ADB0B44}" type="presOf" srcId="{97A99579-4988-4FAE-9FF3-5BBE0DA9ADA9}" destId="{B87C4145-B229-4C19-A628-2BDB766E9FA2}" srcOrd="0" destOrd="0" presId="urn:microsoft.com/office/officeart/2005/8/layout/chevron1"/>
    <dgm:cxn modelId="{6C3F6B1F-B670-4DC5-B610-B3CEEEFE0D21}" srcId="{67257B9A-E54D-4CBC-88CA-F04DCBB83693}" destId="{85A9D966-FD99-42DE-BCC4-352762AE9887}" srcOrd="0" destOrd="0" parTransId="{3B30D274-91ED-4013-B9D0-ED0E5526648C}" sibTransId="{58879F35-FA7C-4607-B4C3-692AD42FF715}"/>
    <dgm:cxn modelId="{C03D323E-7F6B-4742-9EFD-6CF58B3F3856}" type="presOf" srcId="{85A9D966-FD99-42DE-BCC4-352762AE9887}" destId="{21910256-10E2-4090-96A2-FC1DBFACC7B1}" srcOrd="0" destOrd="0" presId="urn:microsoft.com/office/officeart/2005/8/layout/chevron1"/>
    <dgm:cxn modelId="{0AF61CB1-6529-4716-8A52-6934329804B6}" type="presOf" srcId="{E9EC0B84-1F62-4A29-A7CE-CDBE761EB477}" destId="{E4A63B68-39BD-41F1-AD6A-9695AA02B5DE}" srcOrd="0" destOrd="0" presId="urn:microsoft.com/office/officeart/2005/8/layout/chevron1"/>
    <dgm:cxn modelId="{3908B1D2-1E4D-436B-BFBE-E703767D58DA}" srcId="{67257B9A-E54D-4CBC-88CA-F04DCBB83693}" destId="{97A99579-4988-4FAE-9FF3-5BBE0DA9ADA9}" srcOrd="3" destOrd="0" parTransId="{D743541A-4A35-41EB-9E2A-CE0542A27C2A}" sibTransId="{0AFC4DBF-1DF2-4E7A-A34E-33E391EE7E04}"/>
    <dgm:cxn modelId="{4F5526E3-72EA-4182-83B0-9357C108AA42}" srcId="{67257B9A-E54D-4CBC-88CA-F04DCBB83693}" destId="{926D3DC0-4DFD-454A-B3FE-5334DFC9C653}" srcOrd="2" destOrd="0" parTransId="{8C1B43FB-D1F2-464E-A443-9568ECE75662}" sibTransId="{60DDBF27-1D2A-46DB-84AA-E28357417AA7}"/>
    <dgm:cxn modelId="{92277EF0-7F0D-4479-BB05-A12C269BF8C0}" type="presOf" srcId="{67257B9A-E54D-4CBC-88CA-F04DCBB83693}" destId="{16CB51E1-613A-4A80-A1C8-BE05DFB612DE}" srcOrd="0" destOrd="0" presId="urn:microsoft.com/office/officeart/2005/8/layout/chevron1"/>
    <dgm:cxn modelId="{0FF4C596-8673-4F97-BD51-CDC97B0D3553}" type="presParOf" srcId="{16CB51E1-613A-4A80-A1C8-BE05DFB612DE}" destId="{21910256-10E2-4090-96A2-FC1DBFACC7B1}" srcOrd="0" destOrd="0" presId="urn:microsoft.com/office/officeart/2005/8/layout/chevron1"/>
    <dgm:cxn modelId="{725FBE19-DF5F-4F77-B2FD-43063595CC56}" type="presParOf" srcId="{16CB51E1-613A-4A80-A1C8-BE05DFB612DE}" destId="{293A08D8-364A-4AA2-87F9-BABDD8C6DEE5}" srcOrd="1" destOrd="0" presId="urn:microsoft.com/office/officeart/2005/8/layout/chevron1"/>
    <dgm:cxn modelId="{56E77A62-CD91-4CF8-BC71-96E0F022EC4F}" type="presParOf" srcId="{16CB51E1-613A-4A80-A1C8-BE05DFB612DE}" destId="{E4A63B68-39BD-41F1-AD6A-9695AA02B5DE}" srcOrd="2" destOrd="0" presId="urn:microsoft.com/office/officeart/2005/8/layout/chevron1"/>
    <dgm:cxn modelId="{6FD1039C-704D-42BE-844A-FA90D00EDFB8}" type="presParOf" srcId="{16CB51E1-613A-4A80-A1C8-BE05DFB612DE}" destId="{CAC93286-CA3A-46CC-B720-AF41D5B26D1D}" srcOrd="3" destOrd="0" presId="urn:microsoft.com/office/officeart/2005/8/layout/chevron1"/>
    <dgm:cxn modelId="{C54E16E5-FE73-4D0D-AA8D-EEAF99B9611F}" type="presParOf" srcId="{16CB51E1-613A-4A80-A1C8-BE05DFB612DE}" destId="{2A6A4C61-BCCA-4026-A6AB-0216012356E0}" srcOrd="4" destOrd="0" presId="urn:microsoft.com/office/officeart/2005/8/layout/chevron1"/>
    <dgm:cxn modelId="{6BB4ECD0-5186-4EE8-9B0B-7ACB1E3FD415}" type="presParOf" srcId="{16CB51E1-613A-4A80-A1C8-BE05DFB612DE}" destId="{26343E80-F941-45B9-9713-FC8987C71F08}" srcOrd="5" destOrd="0" presId="urn:microsoft.com/office/officeart/2005/8/layout/chevron1"/>
    <dgm:cxn modelId="{EA09F728-CC15-40E7-9319-C23A76AADCA1}" type="presParOf" srcId="{16CB51E1-613A-4A80-A1C8-BE05DFB612DE}" destId="{B87C4145-B229-4C19-A628-2BDB766E9FA2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7257B9A-E54D-4CBC-88CA-F04DCBB83693}" type="doc">
      <dgm:prSet loTypeId="urn:microsoft.com/office/officeart/2005/8/layout/chevron1" loCatId="process" qsTypeId="urn:microsoft.com/office/officeart/2005/8/quickstyle/simple4" qsCatId="simple" csTypeId="urn:microsoft.com/office/officeart/2005/8/colors/accent3_1" csCatId="accent3" phldr="1"/>
      <dgm:spPr/>
    </dgm:pt>
    <dgm:pt modelId="{85A9D966-FD99-42DE-BCC4-352762AE9887}">
      <dgm:prSet phldrT="[Texto]" custT="1"/>
      <dgm:spPr>
        <a:solidFill>
          <a:srgbClr val="FFC000"/>
        </a:solidFill>
        <a:ln w="19050">
          <a:solidFill>
            <a:schemeClr val="tx1"/>
          </a:solidFill>
        </a:ln>
      </dgm:spPr>
      <dgm:t>
        <a:bodyPr/>
        <a:lstStyle/>
        <a:p>
          <a:r>
            <a:rPr lang="pt-BR" sz="1500" b="1" dirty="0"/>
            <a:t>Tipos de metodologias qualitativas</a:t>
          </a:r>
          <a:endParaRPr lang="pt-BR" sz="15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30D274-91ED-4013-B9D0-ED0E5526648C}" type="parTrans" cxnId="{6C3F6B1F-B670-4DC5-B610-B3CEEEFE0D21}">
      <dgm:prSet/>
      <dgm:spPr/>
      <dgm:t>
        <a:bodyPr/>
        <a:lstStyle/>
        <a:p>
          <a:endParaRPr lang="pt-BR"/>
        </a:p>
      </dgm:t>
    </dgm:pt>
    <dgm:pt modelId="{58879F35-FA7C-4607-B4C3-692AD42FF715}" type="sibTrans" cxnId="{6C3F6B1F-B670-4DC5-B610-B3CEEEFE0D21}">
      <dgm:prSet/>
      <dgm:spPr/>
      <dgm:t>
        <a:bodyPr/>
        <a:lstStyle/>
        <a:p>
          <a:endParaRPr lang="pt-BR"/>
        </a:p>
      </dgm:t>
    </dgm:pt>
    <dgm:pt modelId="{E9EC0B84-1F62-4A29-A7CE-CDBE761EB477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gm:t>
    </dgm:pt>
    <dgm:pt modelId="{429A9847-31B5-48BD-A425-6BE0BDBAA5B9}" type="parTrans" cxnId="{6075500B-7640-4D31-B836-AA592B1BF7B8}">
      <dgm:prSet/>
      <dgm:spPr/>
      <dgm:t>
        <a:bodyPr/>
        <a:lstStyle/>
        <a:p>
          <a:endParaRPr lang="pt-BR"/>
        </a:p>
      </dgm:t>
    </dgm:pt>
    <dgm:pt modelId="{F2E9081C-9A25-4BEE-A03D-ABB8B79F077A}" type="sibTrans" cxnId="{6075500B-7640-4D31-B836-AA592B1BF7B8}">
      <dgm:prSet/>
      <dgm:spPr/>
      <dgm:t>
        <a:bodyPr/>
        <a:lstStyle/>
        <a:p>
          <a:endParaRPr lang="pt-BR"/>
        </a:p>
      </dgm:t>
    </dgm:pt>
    <dgm:pt modelId="{926D3DC0-4DFD-454A-B3FE-5334DFC9C653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gm:t>
    </dgm:pt>
    <dgm:pt modelId="{8C1B43FB-D1F2-464E-A443-9568ECE75662}" type="parTrans" cxnId="{4F5526E3-72EA-4182-83B0-9357C108AA42}">
      <dgm:prSet/>
      <dgm:spPr/>
      <dgm:t>
        <a:bodyPr/>
        <a:lstStyle/>
        <a:p>
          <a:endParaRPr lang="pt-BR"/>
        </a:p>
      </dgm:t>
    </dgm:pt>
    <dgm:pt modelId="{60DDBF27-1D2A-46DB-84AA-E28357417AA7}" type="sibTrans" cxnId="{4F5526E3-72EA-4182-83B0-9357C108AA42}">
      <dgm:prSet/>
      <dgm:spPr/>
      <dgm:t>
        <a:bodyPr/>
        <a:lstStyle/>
        <a:p>
          <a:endParaRPr lang="pt-BR"/>
        </a:p>
      </dgm:t>
    </dgm:pt>
    <dgm:pt modelId="{97A99579-4988-4FAE-9FF3-5BBE0DA9ADA9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gm:t>
    </dgm:pt>
    <dgm:pt modelId="{D743541A-4A35-41EB-9E2A-CE0542A27C2A}" type="parTrans" cxnId="{3908B1D2-1E4D-436B-BFBE-E703767D58DA}">
      <dgm:prSet/>
      <dgm:spPr/>
      <dgm:t>
        <a:bodyPr/>
        <a:lstStyle/>
        <a:p>
          <a:endParaRPr lang="pt-BR"/>
        </a:p>
      </dgm:t>
    </dgm:pt>
    <dgm:pt modelId="{0AFC4DBF-1DF2-4E7A-A34E-33E391EE7E04}" type="sibTrans" cxnId="{3908B1D2-1E4D-436B-BFBE-E703767D58DA}">
      <dgm:prSet/>
      <dgm:spPr/>
      <dgm:t>
        <a:bodyPr/>
        <a:lstStyle/>
        <a:p>
          <a:endParaRPr lang="pt-BR"/>
        </a:p>
      </dgm:t>
    </dgm:pt>
    <dgm:pt modelId="{16CB51E1-613A-4A80-A1C8-BE05DFB612DE}" type="pres">
      <dgm:prSet presAssocID="{67257B9A-E54D-4CBC-88CA-F04DCBB83693}" presName="Name0" presStyleCnt="0">
        <dgm:presLayoutVars>
          <dgm:dir/>
          <dgm:animLvl val="lvl"/>
          <dgm:resizeHandles val="exact"/>
        </dgm:presLayoutVars>
      </dgm:prSet>
      <dgm:spPr/>
    </dgm:pt>
    <dgm:pt modelId="{21910256-10E2-4090-96A2-FC1DBFACC7B1}" type="pres">
      <dgm:prSet presAssocID="{85A9D966-FD99-42DE-BCC4-352762AE9887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93A08D8-364A-4AA2-87F9-BABDD8C6DEE5}" type="pres">
      <dgm:prSet presAssocID="{58879F35-FA7C-4607-B4C3-692AD42FF715}" presName="parTxOnlySpace" presStyleCnt="0"/>
      <dgm:spPr/>
    </dgm:pt>
    <dgm:pt modelId="{E4A63B68-39BD-41F1-AD6A-9695AA02B5DE}" type="pres">
      <dgm:prSet presAssocID="{E9EC0B84-1F62-4A29-A7CE-CDBE761EB477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AC93286-CA3A-46CC-B720-AF41D5B26D1D}" type="pres">
      <dgm:prSet presAssocID="{F2E9081C-9A25-4BEE-A03D-ABB8B79F077A}" presName="parTxOnlySpace" presStyleCnt="0"/>
      <dgm:spPr/>
    </dgm:pt>
    <dgm:pt modelId="{2A6A4C61-BCCA-4026-A6AB-0216012356E0}" type="pres">
      <dgm:prSet presAssocID="{926D3DC0-4DFD-454A-B3FE-5334DFC9C65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6343E80-F941-45B9-9713-FC8987C71F08}" type="pres">
      <dgm:prSet presAssocID="{60DDBF27-1D2A-46DB-84AA-E28357417AA7}" presName="parTxOnlySpace" presStyleCnt="0"/>
      <dgm:spPr/>
    </dgm:pt>
    <dgm:pt modelId="{B87C4145-B229-4C19-A628-2BDB766E9FA2}" type="pres">
      <dgm:prSet presAssocID="{97A99579-4988-4FAE-9FF3-5BBE0DA9ADA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075500B-7640-4D31-B836-AA592B1BF7B8}" srcId="{67257B9A-E54D-4CBC-88CA-F04DCBB83693}" destId="{E9EC0B84-1F62-4A29-A7CE-CDBE761EB477}" srcOrd="1" destOrd="0" parTransId="{429A9847-31B5-48BD-A425-6BE0BDBAA5B9}" sibTransId="{F2E9081C-9A25-4BEE-A03D-ABB8B79F077A}"/>
    <dgm:cxn modelId="{1B3EEC14-FD05-48DD-AEF2-6FF658BE7D13}" type="presOf" srcId="{97A99579-4988-4FAE-9FF3-5BBE0DA9ADA9}" destId="{B87C4145-B229-4C19-A628-2BDB766E9FA2}" srcOrd="0" destOrd="0" presId="urn:microsoft.com/office/officeart/2005/8/layout/chevron1"/>
    <dgm:cxn modelId="{D54AD615-0C67-4236-A79A-54C62391C291}" type="presOf" srcId="{926D3DC0-4DFD-454A-B3FE-5334DFC9C653}" destId="{2A6A4C61-BCCA-4026-A6AB-0216012356E0}" srcOrd="0" destOrd="0" presId="urn:microsoft.com/office/officeart/2005/8/layout/chevron1"/>
    <dgm:cxn modelId="{6C3F6B1F-B670-4DC5-B610-B3CEEEFE0D21}" srcId="{67257B9A-E54D-4CBC-88CA-F04DCBB83693}" destId="{85A9D966-FD99-42DE-BCC4-352762AE9887}" srcOrd="0" destOrd="0" parTransId="{3B30D274-91ED-4013-B9D0-ED0E5526648C}" sibTransId="{58879F35-FA7C-4607-B4C3-692AD42FF715}"/>
    <dgm:cxn modelId="{6A04FE9A-061A-44AB-ABAC-A8E1C08665CD}" type="presOf" srcId="{85A9D966-FD99-42DE-BCC4-352762AE9887}" destId="{21910256-10E2-4090-96A2-FC1DBFACC7B1}" srcOrd="0" destOrd="0" presId="urn:microsoft.com/office/officeart/2005/8/layout/chevron1"/>
    <dgm:cxn modelId="{89622BA0-569F-4330-81B5-EA0A2A7022A6}" type="presOf" srcId="{E9EC0B84-1F62-4A29-A7CE-CDBE761EB477}" destId="{E4A63B68-39BD-41F1-AD6A-9695AA02B5DE}" srcOrd="0" destOrd="0" presId="urn:microsoft.com/office/officeart/2005/8/layout/chevron1"/>
    <dgm:cxn modelId="{3908B1D2-1E4D-436B-BFBE-E703767D58DA}" srcId="{67257B9A-E54D-4CBC-88CA-F04DCBB83693}" destId="{97A99579-4988-4FAE-9FF3-5BBE0DA9ADA9}" srcOrd="3" destOrd="0" parTransId="{D743541A-4A35-41EB-9E2A-CE0542A27C2A}" sibTransId="{0AFC4DBF-1DF2-4E7A-A34E-33E391EE7E04}"/>
    <dgm:cxn modelId="{4F5526E3-72EA-4182-83B0-9357C108AA42}" srcId="{67257B9A-E54D-4CBC-88CA-F04DCBB83693}" destId="{926D3DC0-4DFD-454A-B3FE-5334DFC9C653}" srcOrd="2" destOrd="0" parTransId="{8C1B43FB-D1F2-464E-A443-9568ECE75662}" sibTransId="{60DDBF27-1D2A-46DB-84AA-E28357417AA7}"/>
    <dgm:cxn modelId="{901DD8FA-41C0-4BBF-A37E-5AF39C649B99}" type="presOf" srcId="{67257B9A-E54D-4CBC-88CA-F04DCBB83693}" destId="{16CB51E1-613A-4A80-A1C8-BE05DFB612DE}" srcOrd="0" destOrd="0" presId="urn:microsoft.com/office/officeart/2005/8/layout/chevron1"/>
    <dgm:cxn modelId="{047082EF-D9AF-4C9B-B5CB-259F2180699A}" type="presParOf" srcId="{16CB51E1-613A-4A80-A1C8-BE05DFB612DE}" destId="{21910256-10E2-4090-96A2-FC1DBFACC7B1}" srcOrd="0" destOrd="0" presId="urn:microsoft.com/office/officeart/2005/8/layout/chevron1"/>
    <dgm:cxn modelId="{E2A3FC0A-DD8B-491D-A3C5-B1323FE543A7}" type="presParOf" srcId="{16CB51E1-613A-4A80-A1C8-BE05DFB612DE}" destId="{293A08D8-364A-4AA2-87F9-BABDD8C6DEE5}" srcOrd="1" destOrd="0" presId="urn:microsoft.com/office/officeart/2005/8/layout/chevron1"/>
    <dgm:cxn modelId="{CF1B5F21-F68A-48D2-8A42-3DCEBA2AD198}" type="presParOf" srcId="{16CB51E1-613A-4A80-A1C8-BE05DFB612DE}" destId="{E4A63B68-39BD-41F1-AD6A-9695AA02B5DE}" srcOrd="2" destOrd="0" presId="urn:microsoft.com/office/officeart/2005/8/layout/chevron1"/>
    <dgm:cxn modelId="{8A4CE13A-FCD4-4ECE-9DFB-3581A0AE58FE}" type="presParOf" srcId="{16CB51E1-613A-4A80-A1C8-BE05DFB612DE}" destId="{CAC93286-CA3A-46CC-B720-AF41D5B26D1D}" srcOrd="3" destOrd="0" presId="urn:microsoft.com/office/officeart/2005/8/layout/chevron1"/>
    <dgm:cxn modelId="{0326904A-0834-4E5A-9E2C-5A17F540F7E6}" type="presParOf" srcId="{16CB51E1-613A-4A80-A1C8-BE05DFB612DE}" destId="{2A6A4C61-BCCA-4026-A6AB-0216012356E0}" srcOrd="4" destOrd="0" presId="urn:microsoft.com/office/officeart/2005/8/layout/chevron1"/>
    <dgm:cxn modelId="{28F6922E-CC05-44CC-BBBF-EB518CD361DD}" type="presParOf" srcId="{16CB51E1-613A-4A80-A1C8-BE05DFB612DE}" destId="{26343E80-F941-45B9-9713-FC8987C71F08}" srcOrd="5" destOrd="0" presId="urn:microsoft.com/office/officeart/2005/8/layout/chevron1"/>
    <dgm:cxn modelId="{FD89EEDB-5945-4FAB-A1C4-EE02E12393FD}" type="presParOf" srcId="{16CB51E1-613A-4A80-A1C8-BE05DFB612DE}" destId="{B87C4145-B229-4C19-A628-2BDB766E9FA2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7257B9A-E54D-4CBC-88CA-F04DCBB83693}" type="doc">
      <dgm:prSet loTypeId="urn:microsoft.com/office/officeart/2005/8/layout/chevron1" loCatId="process" qsTypeId="urn:microsoft.com/office/officeart/2005/8/quickstyle/simple4" qsCatId="simple" csTypeId="urn:microsoft.com/office/officeart/2005/8/colors/accent3_1" csCatId="accent3" phldr="1"/>
      <dgm:spPr/>
    </dgm:pt>
    <dgm:pt modelId="{85A9D966-FD99-42DE-BCC4-352762AE9887}">
      <dgm:prSet phldrT="[Texto]" custT="1"/>
      <dgm:spPr>
        <a:solidFill>
          <a:srgbClr val="FFC000"/>
        </a:solidFill>
        <a:ln w="19050">
          <a:solidFill>
            <a:schemeClr val="tx1"/>
          </a:solidFill>
        </a:ln>
      </dgm:spPr>
      <dgm:t>
        <a:bodyPr/>
        <a:lstStyle/>
        <a:p>
          <a:r>
            <a:rPr lang="pt-BR" sz="1500" b="1" dirty="0"/>
            <a:t>Tipos de metodologias qualitativas</a:t>
          </a:r>
          <a:endParaRPr lang="pt-BR" sz="1500" b="1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30D274-91ED-4013-B9D0-ED0E5526648C}" type="parTrans" cxnId="{6C3F6B1F-B670-4DC5-B610-B3CEEEFE0D21}">
      <dgm:prSet/>
      <dgm:spPr/>
      <dgm:t>
        <a:bodyPr/>
        <a:lstStyle/>
        <a:p>
          <a:endParaRPr lang="pt-BR"/>
        </a:p>
      </dgm:t>
    </dgm:pt>
    <dgm:pt modelId="{58879F35-FA7C-4607-B4C3-692AD42FF715}" type="sibTrans" cxnId="{6C3F6B1F-B670-4DC5-B610-B3CEEEFE0D21}">
      <dgm:prSet/>
      <dgm:spPr/>
      <dgm:t>
        <a:bodyPr/>
        <a:lstStyle/>
        <a:p>
          <a:endParaRPr lang="pt-BR"/>
        </a:p>
      </dgm:t>
    </dgm:pt>
    <dgm:pt modelId="{E9EC0B84-1F62-4A29-A7CE-CDBE761EB477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gm:t>
    </dgm:pt>
    <dgm:pt modelId="{429A9847-31B5-48BD-A425-6BE0BDBAA5B9}" type="parTrans" cxnId="{6075500B-7640-4D31-B836-AA592B1BF7B8}">
      <dgm:prSet/>
      <dgm:spPr/>
      <dgm:t>
        <a:bodyPr/>
        <a:lstStyle/>
        <a:p>
          <a:endParaRPr lang="pt-BR"/>
        </a:p>
      </dgm:t>
    </dgm:pt>
    <dgm:pt modelId="{F2E9081C-9A25-4BEE-A03D-ABB8B79F077A}" type="sibTrans" cxnId="{6075500B-7640-4D31-B836-AA592B1BF7B8}">
      <dgm:prSet/>
      <dgm:spPr/>
      <dgm:t>
        <a:bodyPr/>
        <a:lstStyle/>
        <a:p>
          <a:endParaRPr lang="pt-BR"/>
        </a:p>
      </dgm:t>
    </dgm:pt>
    <dgm:pt modelId="{926D3DC0-4DFD-454A-B3FE-5334DFC9C653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gm:t>
    </dgm:pt>
    <dgm:pt modelId="{8C1B43FB-D1F2-464E-A443-9568ECE75662}" type="parTrans" cxnId="{4F5526E3-72EA-4182-83B0-9357C108AA42}">
      <dgm:prSet/>
      <dgm:spPr/>
      <dgm:t>
        <a:bodyPr/>
        <a:lstStyle/>
        <a:p>
          <a:endParaRPr lang="pt-BR"/>
        </a:p>
      </dgm:t>
    </dgm:pt>
    <dgm:pt modelId="{60DDBF27-1D2A-46DB-84AA-E28357417AA7}" type="sibTrans" cxnId="{4F5526E3-72EA-4182-83B0-9357C108AA42}">
      <dgm:prSet/>
      <dgm:spPr/>
      <dgm:t>
        <a:bodyPr/>
        <a:lstStyle/>
        <a:p>
          <a:endParaRPr lang="pt-BR"/>
        </a:p>
      </dgm:t>
    </dgm:pt>
    <dgm:pt modelId="{97A99579-4988-4FAE-9FF3-5BBE0DA9ADA9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gm:t>
    </dgm:pt>
    <dgm:pt modelId="{D743541A-4A35-41EB-9E2A-CE0542A27C2A}" type="parTrans" cxnId="{3908B1D2-1E4D-436B-BFBE-E703767D58DA}">
      <dgm:prSet/>
      <dgm:spPr/>
      <dgm:t>
        <a:bodyPr/>
        <a:lstStyle/>
        <a:p>
          <a:endParaRPr lang="pt-BR"/>
        </a:p>
      </dgm:t>
    </dgm:pt>
    <dgm:pt modelId="{0AFC4DBF-1DF2-4E7A-A34E-33E391EE7E04}" type="sibTrans" cxnId="{3908B1D2-1E4D-436B-BFBE-E703767D58DA}">
      <dgm:prSet/>
      <dgm:spPr/>
      <dgm:t>
        <a:bodyPr/>
        <a:lstStyle/>
        <a:p>
          <a:endParaRPr lang="pt-BR"/>
        </a:p>
      </dgm:t>
    </dgm:pt>
    <dgm:pt modelId="{16CB51E1-613A-4A80-A1C8-BE05DFB612DE}" type="pres">
      <dgm:prSet presAssocID="{67257B9A-E54D-4CBC-88CA-F04DCBB83693}" presName="Name0" presStyleCnt="0">
        <dgm:presLayoutVars>
          <dgm:dir/>
          <dgm:animLvl val="lvl"/>
          <dgm:resizeHandles val="exact"/>
        </dgm:presLayoutVars>
      </dgm:prSet>
      <dgm:spPr/>
    </dgm:pt>
    <dgm:pt modelId="{21910256-10E2-4090-96A2-FC1DBFACC7B1}" type="pres">
      <dgm:prSet presAssocID="{85A9D966-FD99-42DE-BCC4-352762AE9887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93A08D8-364A-4AA2-87F9-BABDD8C6DEE5}" type="pres">
      <dgm:prSet presAssocID="{58879F35-FA7C-4607-B4C3-692AD42FF715}" presName="parTxOnlySpace" presStyleCnt="0"/>
      <dgm:spPr/>
    </dgm:pt>
    <dgm:pt modelId="{E4A63B68-39BD-41F1-AD6A-9695AA02B5DE}" type="pres">
      <dgm:prSet presAssocID="{E9EC0B84-1F62-4A29-A7CE-CDBE761EB477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AC93286-CA3A-46CC-B720-AF41D5B26D1D}" type="pres">
      <dgm:prSet presAssocID="{F2E9081C-9A25-4BEE-A03D-ABB8B79F077A}" presName="parTxOnlySpace" presStyleCnt="0"/>
      <dgm:spPr/>
    </dgm:pt>
    <dgm:pt modelId="{2A6A4C61-BCCA-4026-A6AB-0216012356E0}" type="pres">
      <dgm:prSet presAssocID="{926D3DC0-4DFD-454A-B3FE-5334DFC9C65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6343E80-F941-45B9-9713-FC8987C71F08}" type="pres">
      <dgm:prSet presAssocID="{60DDBF27-1D2A-46DB-84AA-E28357417AA7}" presName="parTxOnlySpace" presStyleCnt="0"/>
      <dgm:spPr/>
    </dgm:pt>
    <dgm:pt modelId="{B87C4145-B229-4C19-A628-2BDB766E9FA2}" type="pres">
      <dgm:prSet presAssocID="{97A99579-4988-4FAE-9FF3-5BBE0DA9ADA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075500B-7640-4D31-B836-AA592B1BF7B8}" srcId="{67257B9A-E54D-4CBC-88CA-F04DCBB83693}" destId="{E9EC0B84-1F62-4A29-A7CE-CDBE761EB477}" srcOrd="1" destOrd="0" parTransId="{429A9847-31B5-48BD-A425-6BE0BDBAA5B9}" sibTransId="{F2E9081C-9A25-4BEE-A03D-ABB8B79F077A}"/>
    <dgm:cxn modelId="{6C3F6B1F-B670-4DC5-B610-B3CEEEFE0D21}" srcId="{67257B9A-E54D-4CBC-88CA-F04DCBB83693}" destId="{85A9D966-FD99-42DE-BCC4-352762AE9887}" srcOrd="0" destOrd="0" parTransId="{3B30D274-91ED-4013-B9D0-ED0E5526648C}" sibTransId="{58879F35-FA7C-4607-B4C3-692AD42FF715}"/>
    <dgm:cxn modelId="{23E9CB23-D100-43FA-BC76-50A005DE5418}" type="presOf" srcId="{E9EC0B84-1F62-4A29-A7CE-CDBE761EB477}" destId="{E4A63B68-39BD-41F1-AD6A-9695AA02B5DE}" srcOrd="0" destOrd="0" presId="urn:microsoft.com/office/officeart/2005/8/layout/chevron1"/>
    <dgm:cxn modelId="{421F2659-63A3-46D7-8D97-CB83EFB5B445}" type="presOf" srcId="{926D3DC0-4DFD-454A-B3FE-5334DFC9C653}" destId="{2A6A4C61-BCCA-4026-A6AB-0216012356E0}" srcOrd="0" destOrd="0" presId="urn:microsoft.com/office/officeart/2005/8/layout/chevron1"/>
    <dgm:cxn modelId="{E277D198-A8F9-4179-9E1B-2AB4756BD383}" type="presOf" srcId="{67257B9A-E54D-4CBC-88CA-F04DCBB83693}" destId="{16CB51E1-613A-4A80-A1C8-BE05DFB612DE}" srcOrd="0" destOrd="0" presId="urn:microsoft.com/office/officeart/2005/8/layout/chevron1"/>
    <dgm:cxn modelId="{E8D599BA-50B3-4565-B93C-082832B2A102}" type="presOf" srcId="{85A9D966-FD99-42DE-BCC4-352762AE9887}" destId="{21910256-10E2-4090-96A2-FC1DBFACC7B1}" srcOrd="0" destOrd="0" presId="urn:microsoft.com/office/officeart/2005/8/layout/chevron1"/>
    <dgm:cxn modelId="{3908B1D2-1E4D-436B-BFBE-E703767D58DA}" srcId="{67257B9A-E54D-4CBC-88CA-F04DCBB83693}" destId="{97A99579-4988-4FAE-9FF3-5BBE0DA9ADA9}" srcOrd="3" destOrd="0" parTransId="{D743541A-4A35-41EB-9E2A-CE0542A27C2A}" sibTransId="{0AFC4DBF-1DF2-4E7A-A34E-33E391EE7E04}"/>
    <dgm:cxn modelId="{4F5526E3-72EA-4182-83B0-9357C108AA42}" srcId="{67257B9A-E54D-4CBC-88CA-F04DCBB83693}" destId="{926D3DC0-4DFD-454A-B3FE-5334DFC9C653}" srcOrd="2" destOrd="0" parTransId="{8C1B43FB-D1F2-464E-A443-9568ECE75662}" sibTransId="{60DDBF27-1D2A-46DB-84AA-E28357417AA7}"/>
    <dgm:cxn modelId="{862CF6F8-FBA4-4A3D-A357-001171355736}" type="presOf" srcId="{97A99579-4988-4FAE-9FF3-5BBE0DA9ADA9}" destId="{B87C4145-B229-4C19-A628-2BDB766E9FA2}" srcOrd="0" destOrd="0" presId="urn:microsoft.com/office/officeart/2005/8/layout/chevron1"/>
    <dgm:cxn modelId="{A816CB79-5030-4830-AF5F-953634317CE9}" type="presParOf" srcId="{16CB51E1-613A-4A80-A1C8-BE05DFB612DE}" destId="{21910256-10E2-4090-96A2-FC1DBFACC7B1}" srcOrd="0" destOrd="0" presId="urn:microsoft.com/office/officeart/2005/8/layout/chevron1"/>
    <dgm:cxn modelId="{2274199E-389D-49CF-A1B7-BBECADE95FE0}" type="presParOf" srcId="{16CB51E1-613A-4A80-A1C8-BE05DFB612DE}" destId="{293A08D8-364A-4AA2-87F9-BABDD8C6DEE5}" srcOrd="1" destOrd="0" presId="urn:microsoft.com/office/officeart/2005/8/layout/chevron1"/>
    <dgm:cxn modelId="{B4F5E6E7-6A43-4EC3-AA68-8619B7833B12}" type="presParOf" srcId="{16CB51E1-613A-4A80-A1C8-BE05DFB612DE}" destId="{E4A63B68-39BD-41F1-AD6A-9695AA02B5DE}" srcOrd="2" destOrd="0" presId="urn:microsoft.com/office/officeart/2005/8/layout/chevron1"/>
    <dgm:cxn modelId="{70C21ED8-7033-4B09-87E3-B51A4EC57CF4}" type="presParOf" srcId="{16CB51E1-613A-4A80-A1C8-BE05DFB612DE}" destId="{CAC93286-CA3A-46CC-B720-AF41D5B26D1D}" srcOrd="3" destOrd="0" presId="urn:microsoft.com/office/officeart/2005/8/layout/chevron1"/>
    <dgm:cxn modelId="{DD7DAEBF-7473-43B3-9F39-65C32D56E272}" type="presParOf" srcId="{16CB51E1-613A-4A80-A1C8-BE05DFB612DE}" destId="{2A6A4C61-BCCA-4026-A6AB-0216012356E0}" srcOrd="4" destOrd="0" presId="urn:microsoft.com/office/officeart/2005/8/layout/chevron1"/>
    <dgm:cxn modelId="{33A6EF6D-9022-40C3-B037-B893114FE691}" type="presParOf" srcId="{16CB51E1-613A-4A80-A1C8-BE05DFB612DE}" destId="{26343E80-F941-45B9-9713-FC8987C71F08}" srcOrd="5" destOrd="0" presId="urn:microsoft.com/office/officeart/2005/8/layout/chevron1"/>
    <dgm:cxn modelId="{16443F34-3022-4939-9F24-B544FEE85014}" type="presParOf" srcId="{16CB51E1-613A-4A80-A1C8-BE05DFB612DE}" destId="{B87C4145-B229-4C19-A628-2BDB766E9FA2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7257B9A-E54D-4CBC-88CA-F04DCBB83693}" type="doc">
      <dgm:prSet loTypeId="urn:microsoft.com/office/officeart/2005/8/layout/chevron1" loCatId="process" qsTypeId="urn:microsoft.com/office/officeart/2005/8/quickstyle/simple4" qsCatId="simple" csTypeId="urn:microsoft.com/office/officeart/2005/8/colors/accent3_1" csCatId="accent3" phldr="1"/>
      <dgm:spPr/>
    </dgm:pt>
    <dgm:pt modelId="{85A9D966-FD99-42DE-BCC4-352762AE9887}">
      <dgm:prSet phldrT="[Texto]" custT="1"/>
      <dgm:spPr>
        <a:solidFill>
          <a:schemeClr val="bg1">
            <a:lumMod val="85000"/>
          </a:schemeClr>
        </a:solidFill>
        <a:ln w="19050">
          <a:solidFill>
            <a:schemeClr val="tx1"/>
          </a:solidFill>
        </a:ln>
      </dgm:spPr>
      <dgm:t>
        <a:bodyPr/>
        <a:lstStyle/>
        <a:p>
          <a:r>
            <a:rPr lang="pt-BR" sz="1500" b="1" dirty="0">
              <a:solidFill>
                <a:schemeClr val="bg1">
                  <a:lumMod val="75000"/>
                </a:schemeClr>
              </a:solidFill>
            </a:rPr>
            <a:t>Tipos de metodologias qualitativas</a:t>
          </a:r>
          <a:endParaRPr lang="pt-BR" sz="1500" b="1" dirty="0">
            <a:solidFill>
              <a:schemeClr val="bg1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30D274-91ED-4013-B9D0-ED0E5526648C}" type="parTrans" cxnId="{6C3F6B1F-B670-4DC5-B610-B3CEEEFE0D21}">
      <dgm:prSet/>
      <dgm:spPr/>
      <dgm:t>
        <a:bodyPr/>
        <a:lstStyle/>
        <a:p>
          <a:endParaRPr lang="pt-BR"/>
        </a:p>
      </dgm:t>
    </dgm:pt>
    <dgm:pt modelId="{58879F35-FA7C-4607-B4C3-692AD42FF715}" type="sibTrans" cxnId="{6C3F6B1F-B670-4DC5-B610-B3CEEEFE0D21}">
      <dgm:prSet/>
      <dgm:spPr/>
      <dgm:t>
        <a:bodyPr/>
        <a:lstStyle/>
        <a:p>
          <a:endParaRPr lang="pt-BR"/>
        </a:p>
      </dgm:t>
    </dgm:pt>
    <dgm:pt modelId="{E9EC0B84-1F62-4A29-A7CE-CDBE761EB477}">
      <dgm:prSet phldrT="[Texto]" custT="1"/>
      <dgm:spPr>
        <a:solidFill>
          <a:srgbClr val="92D050"/>
        </a:solidFill>
      </dgm:spPr>
      <dgm:t>
        <a:bodyPr/>
        <a:lstStyle/>
        <a:p>
          <a:r>
            <a:rPr lang="pt-BR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gm:t>
    </dgm:pt>
    <dgm:pt modelId="{429A9847-31B5-48BD-A425-6BE0BDBAA5B9}" type="parTrans" cxnId="{6075500B-7640-4D31-B836-AA592B1BF7B8}">
      <dgm:prSet/>
      <dgm:spPr/>
      <dgm:t>
        <a:bodyPr/>
        <a:lstStyle/>
        <a:p>
          <a:endParaRPr lang="pt-BR"/>
        </a:p>
      </dgm:t>
    </dgm:pt>
    <dgm:pt modelId="{F2E9081C-9A25-4BEE-A03D-ABB8B79F077A}" type="sibTrans" cxnId="{6075500B-7640-4D31-B836-AA592B1BF7B8}">
      <dgm:prSet/>
      <dgm:spPr/>
      <dgm:t>
        <a:bodyPr/>
        <a:lstStyle/>
        <a:p>
          <a:endParaRPr lang="pt-BR"/>
        </a:p>
      </dgm:t>
    </dgm:pt>
    <dgm:pt modelId="{926D3DC0-4DFD-454A-B3FE-5334DFC9C653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gm:t>
    </dgm:pt>
    <dgm:pt modelId="{8C1B43FB-D1F2-464E-A443-9568ECE75662}" type="parTrans" cxnId="{4F5526E3-72EA-4182-83B0-9357C108AA42}">
      <dgm:prSet/>
      <dgm:spPr/>
      <dgm:t>
        <a:bodyPr/>
        <a:lstStyle/>
        <a:p>
          <a:endParaRPr lang="pt-BR"/>
        </a:p>
      </dgm:t>
    </dgm:pt>
    <dgm:pt modelId="{60DDBF27-1D2A-46DB-84AA-E28357417AA7}" type="sibTrans" cxnId="{4F5526E3-72EA-4182-83B0-9357C108AA42}">
      <dgm:prSet/>
      <dgm:spPr/>
      <dgm:t>
        <a:bodyPr/>
        <a:lstStyle/>
        <a:p>
          <a:endParaRPr lang="pt-BR"/>
        </a:p>
      </dgm:t>
    </dgm:pt>
    <dgm:pt modelId="{97A99579-4988-4FAE-9FF3-5BBE0DA9ADA9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gm:t>
    </dgm:pt>
    <dgm:pt modelId="{D743541A-4A35-41EB-9E2A-CE0542A27C2A}" type="parTrans" cxnId="{3908B1D2-1E4D-436B-BFBE-E703767D58DA}">
      <dgm:prSet/>
      <dgm:spPr/>
      <dgm:t>
        <a:bodyPr/>
        <a:lstStyle/>
        <a:p>
          <a:endParaRPr lang="pt-BR"/>
        </a:p>
      </dgm:t>
    </dgm:pt>
    <dgm:pt modelId="{0AFC4DBF-1DF2-4E7A-A34E-33E391EE7E04}" type="sibTrans" cxnId="{3908B1D2-1E4D-436B-BFBE-E703767D58DA}">
      <dgm:prSet/>
      <dgm:spPr/>
      <dgm:t>
        <a:bodyPr/>
        <a:lstStyle/>
        <a:p>
          <a:endParaRPr lang="pt-BR"/>
        </a:p>
      </dgm:t>
    </dgm:pt>
    <dgm:pt modelId="{16CB51E1-613A-4A80-A1C8-BE05DFB612DE}" type="pres">
      <dgm:prSet presAssocID="{67257B9A-E54D-4CBC-88CA-F04DCBB83693}" presName="Name0" presStyleCnt="0">
        <dgm:presLayoutVars>
          <dgm:dir/>
          <dgm:animLvl val="lvl"/>
          <dgm:resizeHandles val="exact"/>
        </dgm:presLayoutVars>
      </dgm:prSet>
      <dgm:spPr/>
    </dgm:pt>
    <dgm:pt modelId="{21910256-10E2-4090-96A2-FC1DBFACC7B1}" type="pres">
      <dgm:prSet presAssocID="{85A9D966-FD99-42DE-BCC4-352762AE9887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93A08D8-364A-4AA2-87F9-BABDD8C6DEE5}" type="pres">
      <dgm:prSet presAssocID="{58879F35-FA7C-4607-B4C3-692AD42FF715}" presName="parTxOnlySpace" presStyleCnt="0"/>
      <dgm:spPr/>
    </dgm:pt>
    <dgm:pt modelId="{E4A63B68-39BD-41F1-AD6A-9695AA02B5DE}" type="pres">
      <dgm:prSet presAssocID="{E9EC0B84-1F62-4A29-A7CE-CDBE761EB477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AC93286-CA3A-46CC-B720-AF41D5B26D1D}" type="pres">
      <dgm:prSet presAssocID="{F2E9081C-9A25-4BEE-A03D-ABB8B79F077A}" presName="parTxOnlySpace" presStyleCnt="0"/>
      <dgm:spPr/>
    </dgm:pt>
    <dgm:pt modelId="{2A6A4C61-BCCA-4026-A6AB-0216012356E0}" type="pres">
      <dgm:prSet presAssocID="{926D3DC0-4DFD-454A-B3FE-5334DFC9C65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6343E80-F941-45B9-9713-FC8987C71F08}" type="pres">
      <dgm:prSet presAssocID="{60DDBF27-1D2A-46DB-84AA-E28357417AA7}" presName="parTxOnlySpace" presStyleCnt="0"/>
      <dgm:spPr/>
    </dgm:pt>
    <dgm:pt modelId="{B87C4145-B229-4C19-A628-2BDB766E9FA2}" type="pres">
      <dgm:prSet presAssocID="{97A99579-4988-4FAE-9FF3-5BBE0DA9ADA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075500B-7640-4D31-B836-AA592B1BF7B8}" srcId="{67257B9A-E54D-4CBC-88CA-F04DCBB83693}" destId="{E9EC0B84-1F62-4A29-A7CE-CDBE761EB477}" srcOrd="1" destOrd="0" parTransId="{429A9847-31B5-48BD-A425-6BE0BDBAA5B9}" sibTransId="{F2E9081C-9A25-4BEE-A03D-ABB8B79F077A}"/>
    <dgm:cxn modelId="{6C3F6B1F-B670-4DC5-B610-B3CEEEFE0D21}" srcId="{67257B9A-E54D-4CBC-88CA-F04DCBB83693}" destId="{85A9D966-FD99-42DE-BCC4-352762AE9887}" srcOrd="0" destOrd="0" parTransId="{3B30D274-91ED-4013-B9D0-ED0E5526648C}" sibTransId="{58879F35-FA7C-4607-B4C3-692AD42FF715}"/>
    <dgm:cxn modelId="{860EFC35-BC60-4AFB-979D-1C5BB48732C9}" type="presOf" srcId="{85A9D966-FD99-42DE-BCC4-352762AE9887}" destId="{21910256-10E2-4090-96A2-FC1DBFACC7B1}" srcOrd="0" destOrd="0" presId="urn:microsoft.com/office/officeart/2005/8/layout/chevron1"/>
    <dgm:cxn modelId="{1BF3B637-27B6-42CC-BB37-07BC94C88EC1}" type="presOf" srcId="{E9EC0B84-1F62-4A29-A7CE-CDBE761EB477}" destId="{E4A63B68-39BD-41F1-AD6A-9695AA02B5DE}" srcOrd="0" destOrd="0" presId="urn:microsoft.com/office/officeart/2005/8/layout/chevron1"/>
    <dgm:cxn modelId="{2621DFA0-FADB-4C85-B976-0DC9440532B4}" type="presOf" srcId="{67257B9A-E54D-4CBC-88CA-F04DCBB83693}" destId="{16CB51E1-613A-4A80-A1C8-BE05DFB612DE}" srcOrd="0" destOrd="0" presId="urn:microsoft.com/office/officeart/2005/8/layout/chevron1"/>
    <dgm:cxn modelId="{206B88BF-A388-44B5-80EC-BE3776DA7004}" type="presOf" srcId="{97A99579-4988-4FAE-9FF3-5BBE0DA9ADA9}" destId="{B87C4145-B229-4C19-A628-2BDB766E9FA2}" srcOrd="0" destOrd="0" presId="urn:microsoft.com/office/officeart/2005/8/layout/chevron1"/>
    <dgm:cxn modelId="{3908B1D2-1E4D-436B-BFBE-E703767D58DA}" srcId="{67257B9A-E54D-4CBC-88CA-F04DCBB83693}" destId="{97A99579-4988-4FAE-9FF3-5BBE0DA9ADA9}" srcOrd="3" destOrd="0" parTransId="{D743541A-4A35-41EB-9E2A-CE0542A27C2A}" sibTransId="{0AFC4DBF-1DF2-4E7A-A34E-33E391EE7E04}"/>
    <dgm:cxn modelId="{4F5526E3-72EA-4182-83B0-9357C108AA42}" srcId="{67257B9A-E54D-4CBC-88CA-F04DCBB83693}" destId="{926D3DC0-4DFD-454A-B3FE-5334DFC9C653}" srcOrd="2" destOrd="0" parTransId="{8C1B43FB-D1F2-464E-A443-9568ECE75662}" sibTransId="{60DDBF27-1D2A-46DB-84AA-E28357417AA7}"/>
    <dgm:cxn modelId="{6799D9E6-8EAE-4CB7-8372-7F8011CD9892}" type="presOf" srcId="{926D3DC0-4DFD-454A-B3FE-5334DFC9C653}" destId="{2A6A4C61-BCCA-4026-A6AB-0216012356E0}" srcOrd="0" destOrd="0" presId="urn:microsoft.com/office/officeart/2005/8/layout/chevron1"/>
    <dgm:cxn modelId="{D50E4A06-5191-44B1-9595-FCE69FAE7FE4}" type="presParOf" srcId="{16CB51E1-613A-4A80-A1C8-BE05DFB612DE}" destId="{21910256-10E2-4090-96A2-FC1DBFACC7B1}" srcOrd="0" destOrd="0" presId="urn:microsoft.com/office/officeart/2005/8/layout/chevron1"/>
    <dgm:cxn modelId="{E6F42D2C-D1C6-4DA0-9E1C-CFEA9E11298A}" type="presParOf" srcId="{16CB51E1-613A-4A80-A1C8-BE05DFB612DE}" destId="{293A08D8-364A-4AA2-87F9-BABDD8C6DEE5}" srcOrd="1" destOrd="0" presId="urn:microsoft.com/office/officeart/2005/8/layout/chevron1"/>
    <dgm:cxn modelId="{5FE5251C-8601-4DA2-BA7F-65CD8BCFB6D0}" type="presParOf" srcId="{16CB51E1-613A-4A80-A1C8-BE05DFB612DE}" destId="{E4A63B68-39BD-41F1-AD6A-9695AA02B5DE}" srcOrd="2" destOrd="0" presId="urn:microsoft.com/office/officeart/2005/8/layout/chevron1"/>
    <dgm:cxn modelId="{F1491A13-65F5-497B-87CC-EF96122DCD1A}" type="presParOf" srcId="{16CB51E1-613A-4A80-A1C8-BE05DFB612DE}" destId="{CAC93286-CA3A-46CC-B720-AF41D5B26D1D}" srcOrd="3" destOrd="0" presId="urn:microsoft.com/office/officeart/2005/8/layout/chevron1"/>
    <dgm:cxn modelId="{8212DE54-63C3-4CFB-98ED-5CC2BF02FFED}" type="presParOf" srcId="{16CB51E1-613A-4A80-A1C8-BE05DFB612DE}" destId="{2A6A4C61-BCCA-4026-A6AB-0216012356E0}" srcOrd="4" destOrd="0" presId="urn:microsoft.com/office/officeart/2005/8/layout/chevron1"/>
    <dgm:cxn modelId="{83BA0D7F-C8AB-4CAF-B960-C3C6BFC96936}" type="presParOf" srcId="{16CB51E1-613A-4A80-A1C8-BE05DFB612DE}" destId="{26343E80-F941-45B9-9713-FC8987C71F08}" srcOrd="5" destOrd="0" presId="urn:microsoft.com/office/officeart/2005/8/layout/chevron1"/>
    <dgm:cxn modelId="{5CD73CEA-2E91-4EEF-9602-60DE6D4E3F37}" type="presParOf" srcId="{16CB51E1-613A-4A80-A1C8-BE05DFB612DE}" destId="{B87C4145-B229-4C19-A628-2BDB766E9FA2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7257B9A-E54D-4CBC-88CA-F04DCBB83693}" type="doc">
      <dgm:prSet loTypeId="urn:microsoft.com/office/officeart/2005/8/layout/chevron1" loCatId="process" qsTypeId="urn:microsoft.com/office/officeart/2005/8/quickstyle/simple4" qsCatId="simple" csTypeId="urn:microsoft.com/office/officeart/2005/8/colors/accent3_1" csCatId="accent3" phldr="1"/>
      <dgm:spPr/>
    </dgm:pt>
    <dgm:pt modelId="{85A9D966-FD99-42DE-BCC4-352762AE9887}">
      <dgm:prSet phldrT="[Texto]" custT="1"/>
      <dgm:spPr>
        <a:solidFill>
          <a:schemeClr val="bg1">
            <a:lumMod val="85000"/>
          </a:schemeClr>
        </a:solidFill>
        <a:ln w="19050">
          <a:solidFill>
            <a:schemeClr val="tx1"/>
          </a:solidFill>
        </a:ln>
      </dgm:spPr>
      <dgm:t>
        <a:bodyPr/>
        <a:lstStyle/>
        <a:p>
          <a:r>
            <a:rPr lang="pt-BR" sz="1500" b="1" dirty="0">
              <a:solidFill>
                <a:schemeClr val="bg1">
                  <a:lumMod val="75000"/>
                </a:schemeClr>
              </a:solidFill>
            </a:rPr>
            <a:t>Tipos de metodologias qualitativas</a:t>
          </a:r>
          <a:endParaRPr lang="pt-BR" sz="1500" b="1" dirty="0">
            <a:solidFill>
              <a:schemeClr val="bg1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30D274-91ED-4013-B9D0-ED0E5526648C}" type="parTrans" cxnId="{6C3F6B1F-B670-4DC5-B610-B3CEEEFE0D21}">
      <dgm:prSet/>
      <dgm:spPr/>
      <dgm:t>
        <a:bodyPr/>
        <a:lstStyle/>
        <a:p>
          <a:endParaRPr lang="pt-BR"/>
        </a:p>
      </dgm:t>
    </dgm:pt>
    <dgm:pt modelId="{58879F35-FA7C-4607-B4C3-692AD42FF715}" type="sibTrans" cxnId="{6C3F6B1F-B670-4DC5-B610-B3CEEEFE0D21}">
      <dgm:prSet/>
      <dgm:spPr/>
      <dgm:t>
        <a:bodyPr/>
        <a:lstStyle/>
        <a:p>
          <a:endParaRPr lang="pt-BR"/>
        </a:p>
      </dgm:t>
    </dgm:pt>
    <dgm:pt modelId="{E9EC0B84-1F62-4A29-A7CE-CDBE761EB477}">
      <dgm:prSet phldrT="[Texto]" custT="1"/>
      <dgm:spPr>
        <a:solidFill>
          <a:srgbClr val="92D050"/>
        </a:solidFill>
      </dgm:spPr>
      <dgm:t>
        <a:bodyPr/>
        <a:lstStyle/>
        <a:p>
          <a:r>
            <a:rPr lang="pt-BR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gm:t>
    </dgm:pt>
    <dgm:pt modelId="{429A9847-31B5-48BD-A425-6BE0BDBAA5B9}" type="parTrans" cxnId="{6075500B-7640-4D31-B836-AA592B1BF7B8}">
      <dgm:prSet/>
      <dgm:spPr/>
      <dgm:t>
        <a:bodyPr/>
        <a:lstStyle/>
        <a:p>
          <a:endParaRPr lang="pt-BR"/>
        </a:p>
      </dgm:t>
    </dgm:pt>
    <dgm:pt modelId="{F2E9081C-9A25-4BEE-A03D-ABB8B79F077A}" type="sibTrans" cxnId="{6075500B-7640-4D31-B836-AA592B1BF7B8}">
      <dgm:prSet/>
      <dgm:spPr/>
      <dgm:t>
        <a:bodyPr/>
        <a:lstStyle/>
        <a:p>
          <a:endParaRPr lang="pt-BR"/>
        </a:p>
      </dgm:t>
    </dgm:pt>
    <dgm:pt modelId="{926D3DC0-4DFD-454A-B3FE-5334DFC9C653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gm:t>
    </dgm:pt>
    <dgm:pt modelId="{8C1B43FB-D1F2-464E-A443-9568ECE75662}" type="parTrans" cxnId="{4F5526E3-72EA-4182-83B0-9357C108AA42}">
      <dgm:prSet/>
      <dgm:spPr/>
      <dgm:t>
        <a:bodyPr/>
        <a:lstStyle/>
        <a:p>
          <a:endParaRPr lang="pt-BR"/>
        </a:p>
      </dgm:t>
    </dgm:pt>
    <dgm:pt modelId="{60DDBF27-1D2A-46DB-84AA-E28357417AA7}" type="sibTrans" cxnId="{4F5526E3-72EA-4182-83B0-9357C108AA42}">
      <dgm:prSet/>
      <dgm:spPr/>
      <dgm:t>
        <a:bodyPr/>
        <a:lstStyle/>
        <a:p>
          <a:endParaRPr lang="pt-BR"/>
        </a:p>
      </dgm:t>
    </dgm:pt>
    <dgm:pt modelId="{97A99579-4988-4FAE-9FF3-5BBE0DA9ADA9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gm:t>
    </dgm:pt>
    <dgm:pt modelId="{D743541A-4A35-41EB-9E2A-CE0542A27C2A}" type="parTrans" cxnId="{3908B1D2-1E4D-436B-BFBE-E703767D58DA}">
      <dgm:prSet/>
      <dgm:spPr/>
      <dgm:t>
        <a:bodyPr/>
        <a:lstStyle/>
        <a:p>
          <a:endParaRPr lang="pt-BR"/>
        </a:p>
      </dgm:t>
    </dgm:pt>
    <dgm:pt modelId="{0AFC4DBF-1DF2-4E7A-A34E-33E391EE7E04}" type="sibTrans" cxnId="{3908B1D2-1E4D-436B-BFBE-E703767D58DA}">
      <dgm:prSet/>
      <dgm:spPr/>
      <dgm:t>
        <a:bodyPr/>
        <a:lstStyle/>
        <a:p>
          <a:endParaRPr lang="pt-BR"/>
        </a:p>
      </dgm:t>
    </dgm:pt>
    <dgm:pt modelId="{16CB51E1-613A-4A80-A1C8-BE05DFB612DE}" type="pres">
      <dgm:prSet presAssocID="{67257B9A-E54D-4CBC-88CA-F04DCBB83693}" presName="Name0" presStyleCnt="0">
        <dgm:presLayoutVars>
          <dgm:dir/>
          <dgm:animLvl val="lvl"/>
          <dgm:resizeHandles val="exact"/>
        </dgm:presLayoutVars>
      </dgm:prSet>
      <dgm:spPr/>
    </dgm:pt>
    <dgm:pt modelId="{21910256-10E2-4090-96A2-FC1DBFACC7B1}" type="pres">
      <dgm:prSet presAssocID="{85A9D966-FD99-42DE-BCC4-352762AE9887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93A08D8-364A-4AA2-87F9-BABDD8C6DEE5}" type="pres">
      <dgm:prSet presAssocID="{58879F35-FA7C-4607-B4C3-692AD42FF715}" presName="parTxOnlySpace" presStyleCnt="0"/>
      <dgm:spPr/>
    </dgm:pt>
    <dgm:pt modelId="{E4A63B68-39BD-41F1-AD6A-9695AA02B5DE}" type="pres">
      <dgm:prSet presAssocID="{E9EC0B84-1F62-4A29-A7CE-CDBE761EB477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AC93286-CA3A-46CC-B720-AF41D5B26D1D}" type="pres">
      <dgm:prSet presAssocID="{F2E9081C-9A25-4BEE-A03D-ABB8B79F077A}" presName="parTxOnlySpace" presStyleCnt="0"/>
      <dgm:spPr/>
    </dgm:pt>
    <dgm:pt modelId="{2A6A4C61-BCCA-4026-A6AB-0216012356E0}" type="pres">
      <dgm:prSet presAssocID="{926D3DC0-4DFD-454A-B3FE-5334DFC9C65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6343E80-F941-45B9-9713-FC8987C71F08}" type="pres">
      <dgm:prSet presAssocID="{60DDBF27-1D2A-46DB-84AA-E28357417AA7}" presName="parTxOnlySpace" presStyleCnt="0"/>
      <dgm:spPr/>
    </dgm:pt>
    <dgm:pt modelId="{B87C4145-B229-4C19-A628-2BDB766E9FA2}" type="pres">
      <dgm:prSet presAssocID="{97A99579-4988-4FAE-9FF3-5BBE0DA9ADA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075500B-7640-4D31-B836-AA592B1BF7B8}" srcId="{67257B9A-E54D-4CBC-88CA-F04DCBB83693}" destId="{E9EC0B84-1F62-4A29-A7CE-CDBE761EB477}" srcOrd="1" destOrd="0" parTransId="{429A9847-31B5-48BD-A425-6BE0BDBAA5B9}" sibTransId="{F2E9081C-9A25-4BEE-A03D-ABB8B79F077A}"/>
    <dgm:cxn modelId="{9C606B0D-D541-43D5-8B43-AC18E51CC4AF}" type="presOf" srcId="{97A99579-4988-4FAE-9FF3-5BBE0DA9ADA9}" destId="{B87C4145-B229-4C19-A628-2BDB766E9FA2}" srcOrd="0" destOrd="0" presId="urn:microsoft.com/office/officeart/2005/8/layout/chevron1"/>
    <dgm:cxn modelId="{6C3F6B1F-B670-4DC5-B610-B3CEEEFE0D21}" srcId="{67257B9A-E54D-4CBC-88CA-F04DCBB83693}" destId="{85A9D966-FD99-42DE-BCC4-352762AE9887}" srcOrd="0" destOrd="0" parTransId="{3B30D274-91ED-4013-B9D0-ED0E5526648C}" sibTransId="{58879F35-FA7C-4607-B4C3-692AD42FF715}"/>
    <dgm:cxn modelId="{4F8A4C8C-9FBF-4113-A856-489B546CE7D9}" type="presOf" srcId="{E9EC0B84-1F62-4A29-A7CE-CDBE761EB477}" destId="{E4A63B68-39BD-41F1-AD6A-9695AA02B5DE}" srcOrd="0" destOrd="0" presId="urn:microsoft.com/office/officeart/2005/8/layout/chevron1"/>
    <dgm:cxn modelId="{AC6CADA3-D3D3-4B66-8C91-C9545A4F60AD}" type="presOf" srcId="{926D3DC0-4DFD-454A-B3FE-5334DFC9C653}" destId="{2A6A4C61-BCCA-4026-A6AB-0216012356E0}" srcOrd="0" destOrd="0" presId="urn:microsoft.com/office/officeart/2005/8/layout/chevron1"/>
    <dgm:cxn modelId="{3908B1D2-1E4D-436B-BFBE-E703767D58DA}" srcId="{67257B9A-E54D-4CBC-88CA-F04DCBB83693}" destId="{97A99579-4988-4FAE-9FF3-5BBE0DA9ADA9}" srcOrd="3" destOrd="0" parTransId="{D743541A-4A35-41EB-9E2A-CE0542A27C2A}" sibTransId="{0AFC4DBF-1DF2-4E7A-A34E-33E391EE7E04}"/>
    <dgm:cxn modelId="{CE368EDA-4C25-4A12-A737-AD8D2CB4AA46}" type="presOf" srcId="{67257B9A-E54D-4CBC-88CA-F04DCBB83693}" destId="{16CB51E1-613A-4A80-A1C8-BE05DFB612DE}" srcOrd="0" destOrd="0" presId="urn:microsoft.com/office/officeart/2005/8/layout/chevron1"/>
    <dgm:cxn modelId="{21C9C5E2-21FA-45FB-94F2-0093220ED2DB}" type="presOf" srcId="{85A9D966-FD99-42DE-BCC4-352762AE9887}" destId="{21910256-10E2-4090-96A2-FC1DBFACC7B1}" srcOrd="0" destOrd="0" presId="urn:microsoft.com/office/officeart/2005/8/layout/chevron1"/>
    <dgm:cxn modelId="{4F5526E3-72EA-4182-83B0-9357C108AA42}" srcId="{67257B9A-E54D-4CBC-88CA-F04DCBB83693}" destId="{926D3DC0-4DFD-454A-B3FE-5334DFC9C653}" srcOrd="2" destOrd="0" parTransId="{8C1B43FB-D1F2-464E-A443-9568ECE75662}" sibTransId="{60DDBF27-1D2A-46DB-84AA-E28357417AA7}"/>
    <dgm:cxn modelId="{ADD279C1-99C4-4B37-9E36-574955CF662D}" type="presParOf" srcId="{16CB51E1-613A-4A80-A1C8-BE05DFB612DE}" destId="{21910256-10E2-4090-96A2-FC1DBFACC7B1}" srcOrd="0" destOrd="0" presId="urn:microsoft.com/office/officeart/2005/8/layout/chevron1"/>
    <dgm:cxn modelId="{077535AF-3E78-4224-BC0F-E491AEB9503E}" type="presParOf" srcId="{16CB51E1-613A-4A80-A1C8-BE05DFB612DE}" destId="{293A08D8-364A-4AA2-87F9-BABDD8C6DEE5}" srcOrd="1" destOrd="0" presId="urn:microsoft.com/office/officeart/2005/8/layout/chevron1"/>
    <dgm:cxn modelId="{ECB523B2-544F-45AA-8298-A2ACFD34A802}" type="presParOf" srcId="{16CB51E1-613A-4A80-A1C8-BE05DFB612DE}" destId="{E4A63B68-39BD-41F1-AD6A-9695AA02B5DE}" srcOrd="2" destOrd="0" presId="urn:microsoft.com/office/officeart/2005/8/layout/chevron1"/>
    <dgm:cxn modelId="{47D510D1-F640-4729-9624-F3088D44B908}" type="presParOf" srcId="{16CB51E1-613A-4A80-A1C8-BE05DFB612DE}" destId="{CAC93286-CA3A-46CC-B720-AF41D5B26D1D}" srcOrd="3" destOrd="0" presId="urn:microsoft.com/office/officeart/2005/8/layout/chevron1"/>
    <dgm:cxn modelId="{C73AFDA1-1AC0-4CC7-81CD-2B1DD5661D8A}" type="presParOf" srcId="{16CB51E1-613A-4A80-A1C8-BE05DFB612DE}" destId="{2A6A4C61-BCCA-4026-A6AB-0216012356E0}" srcOrd="4" destOrd="0" presId="urn:microsoft.com/office/officeart/2005/8/layout/chevron1"/>
    <dgm:cxn modelId="{3FA619BB-BAE9-499B-96A0-A859CFEB089B}" type="presParOf" srcId="{16CB51E1-613A-4A80-A1C8-BE05DFB612DE}" destId="{26343E80-F941-45B9-9713-FC8987C71F08}" srcOrd="5" destOrd="0" presId="urn:microsoft.com/office/officeart/2005/8/layout/chevron1"/>
    <dgm:cxn modelId="{1EB8619E-7A2B-4E64-B6D8-F808005DE240}" type="presParOf" srcId="{16CB51E1-613A-4A80-A1C8-BE05DFB612DE}" destId="{B87C4145-B229-4C19-A628-2BDB766E9FA2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7257B9A-E54D-4CBC-88CA-F04DCBB83693}" type="doc">
      <dgm:prSet loTypeId="urn:microsoft.com/office/officeart/2005/8/layout/chevron1" loCatId="process" qsTypeId="urn:microsoft.com/office/officeart/2005/8/quickstyle/simple4" qsCatId="simple" csTypeId="urn:microsoft.com/office/officeart/2005/8/colors/accent3_1" csCatId="accent3" phldr="1"/>
      <dgm:spPr/>
    </dgm:pt>
    <dgm:pt modelId="{85A9D966-FD99-42DE-BCC4-352762AE9887}">
      <dgm:prSet phldrT="[Texto]" custT="1"/>
      <dgm:spPr>
        <a:solidFill>
          <a:schemeClr val="bg1">
            <a:lumMod val="85000"/>
          </a:schemeClr>
        </a:solidFill>
        <a:ln w="19050">
          <a:solidFill>
            <a:schemeClr val="tx1"/>
          </a:solidFill>
        </a:ln>
      </dgm:spPr>
      <dgm:t>
        <a:bodyPr/>
        <a:lstStyle/>
        <a:p>
          <a:r>
            <a:rPr lang="pt-BR" sz="1500" b="1" dirty="0">
              <a:solidFill>
                <a:schemeClr val="bg1">
                  <a:lumMod val="75000"/>
                </a:schemeClr>
              </a:solidFill>
            </a:rPr>
            <a:t>Tipos de metodologias qualitativas</a:t>
          </a:r>
          <a:endParaRPr lang="pt-BR" sz="1500" b="1" dirty="0">
            <a:solidFill>
              <a:schemeClr val="bg1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30D274-91ED-4013-B9D0-ED0E5526648C}" type="parTrans" cxnId="{6C3F6B1F-B670-4DC5-B610-B3CEEEFE0D21}">
      <dgm:prSet/>
      <dgm:spPr/>
      <dgm:t>
        <a:bodyPr/>
        <a:lstStyle/>
        <a:p>
          <a:endParaRPr lang="pt-BR"/>
        </a:p>
      </dgm:t>
    </dgm:pt>
    <dgm:pt modelId="{58879F35-FA7C-4607-B4C3-692AD42FF715}" type="sibTrans" cxnId="{6C3F6B1F-B670-4DC5-B610-B3CEEEFE0D21}">
      <dgm:prSet/>
      <dgm:spPr/>
      <dgm:t>
        <a:bodyPr/>
        <a:lstStyle/>
        <a:p>
          <a:endParaRPr lang="pt-BR"/>
        </a:p>
      </dgm:t>
    </dgm:pt>
    <dgm:pt modelId="{E9EC0B84-1F62-4A29-A7CE-CDBE761EB477}">
      <dgm:prSet phldrT="[Texto]" custT="1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pt-BR" sz="16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gm:t>
    </dgm:pt>
    <dgm:pt modelId="{429A9847-31B5-48BD-A425-6BE0BDBAA5B9}" type="parTrans" cxnId="{6075500B-7640-4D31-B836-AA592B1BF7B8}">
      <dgm:prSet/>
      <dgm:spPr/>
      <dgm:t>
        <a:bodyPr/>
        <a:lstStyle/>
        <a:p>
          <a:endParaRPr lang="pt-BR"/>
        </a:p>
      </dgm:t>
    </dgm:pt>
    <dgm:pt modelId="{F2E9081C-9A25-4BEE-A03D-ABB8B79F077A}" type="sibTrans" cxnId="{6075500B-7640-4D31-B836-AA592B1BF7B8}">
      <dgm:prSet/>
      <dgm:spPr/>
      <dgm:t>
        <a:bodyPr/>
        <a:lstStyle/>
        <a:p>
          <a:endParaRPr lang="pt-BR"/>
        </a:p>
      </dgm:t>
    </dgm:pt>
    <dgm:pt modelId="{926D3DC0-4DFD-454A-B3FE-5334DFC9C653}">
      <dgm:prSet phldrT="[Texto]" custT="1"/>
      <dgm:spPr>
        <a:solidFill>
          <a:srgbClr val="0070C0"/>
        </a:solidFill>
      </dgm:spPr>
      <dgm:t>
        <a:bodyPr/>
        <a:lstStyle/>
        <a:p>
          <a:r>
            <a:rPr lang="pt-BR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gm:t>
    </dgm:pt>
    <dgm:pt modelId="{8C1B43FB-D1F2-464E-A443-9568ECE75662}" type="parTrans" cxnId="{4F5526E3-72EA-4182-83B0-9357C108AA42}">
      <dgm:prSet/>
      <dgm:spPr/>
      <dgm:t>
        <a:bodyPr/>
        <a:lstStyle/>
        <a:p>
          <a:endParaRPr lang="pt-BR"/>
        </a:p>
      </dgm:t>
    </dgm:pt>
    <dgm:pt modelId="{60DDBF27-1D2A-46DB-84AA-E28357417AA7}" type="sibTrans" cxnId="{4F5526E3-72EA-4182-83B0-9357C108AA42}">
      <dgm:prSet/>
      <dgm:spPr/>
      <dgm:t>
        <a:bodyPr/>
        <a:lstStyle/>
        <a:p>
          <a:endParaRPr lang="pt-BR"/>
        </a:p>
      </dgm:t>
    </dgm:pt>
    <dgm:pt modelId="{97A99579-4988-4FAE-9FF3-5BBE0DA9ADA9}">
      <dgm:prSet phldrT="[Texto]" custT="1"/>
      <dgm:spPr/>
      <dgm:t>
        <a:bodyPr/>
        <a:lstStyle/>
        <a:p>
          <a:r>
            <a:rPr lang="pt-BR" sz="1600" b="1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gm:t>
    </dgm:pt>
    <dgm:pt modelId="{D743541A-4A35-41EB-9E2A-CE0542A27C2A}" type="parTrans" cxnId="{3908B1D2-1E4D-436B-BFBE-E703767D58DA}">
      <dgm:prSet/>
      <dgm:spPr/>
      <dgm:t>
        <a:bodyPr/>
        <a:lstStyle/>
        <a:p>
          <a:endParaRPr lang="pt-BR"/>
        </a:p>
      </dgm:t>
    </dgm:pt>
    <dgm:pt modelId="{0AFC4DBF-1DF2-4E7A-A34E-33E391EE7E04}" type="sibTrans" cxnId="{3908B1D2-1E4D-436B-BFBE-E703767D58DA}">
      <dgm:prSet/>
      <dgm:spPr/>
      <dgm:t>
        <a:bodyPr/>
        <a:lstStyle/>
        <a:p>
          <a:endParaRPr lang="pt-BR"/>
        </a:p>
      </dgm:t>
    </dgm:pt>
    <dgm:pt modelId="{16CB51E1-613A-4A80-A1C8-BE05DFB612DE}" type="pres">
      <dgm:prSet presAssocID="{67257B9A-E54D-4CBC-88CA-F04DCBB83693}" presName="Name0" presStyleCnt="0">
        <dgm:presLayoutVars>
          <dgm:dir/>
          <dgm:animLvl val="lvl"/>
          <dgm:resizeHandles val="exact"/>
        </dgm:presLayoutVars>
      </dgm:prSet>
      <dgm:spPr/>
    </dgm:pt>
    <dgm:pt modelId="{21910256-10E2-4090-96A2-FC1DBFACC7B1}" type="pres">
      <dgm:prSet presAssocID="{85A9D966-FD99-42DE-BCC4-352762AE9887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93A08D8-364A-4AA2-87F9-BABDD8C6DEE5}" type="pres">
      <dgm:prSet presAssocID="{58879F35-FA7C-4607-B4C3-692AD42FF715}" presName="parTxOnlySpace" presStyleCnt="0"/>
      <dgm:spPr/>
    </dgm:pt>
    <dgm:pt modelId="{E4A63B68-39BD-41F1-AD6A-9695AA02B5DE}" type="pres">
      <dgm:prSet presAssocID="{E9EC0B84-1F62-4A29-A7CE-CDBE761EB477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AC93286-CA3A-46CC-B720-AF41D5B26D1D}" type="pres">
      <dgm:prSet presAssocID="{F2E9081C-9A25-4BEE-A03D-ABB8B79F077A}" presName="parTxOnlySpace" presStyleCnt="0"/>
      <dgm:spPr/>
    </dgm:pt>
    <dgm:pt modelId="{2A6A4C61-BCCA-4026-A6AB-0216012356E0}" type="pres">
      <dgm:prSet presAssocID="{926D3DC0-4DFD-454A-B3FE-5334DFC9C65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6343E80-F941-45B9-9713-FC8987C71F08}" type="pres">
      <dgm:prSet presAssocID="{60DDBF27-1D2A-46DB-84AA-E28357417AA7}" presName="parTxOnlySpace" presStyleCnt="0"/>
      <dgm:spPr/>
    </dgm:pt>
    <dgm:pt modelId="{B87C4145-B229-4C19-A628-2BDB766E9FA2}" type="pres">
      <dgm:prSet presAssocID="{97A99579-4988-4FAE-9FF3-5BBE0DA9ADA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075500B-7640-4D31-B836-AA592B1BF7B8}" srcId="{67257B9A-E54D-4CBC-88CA-F04DCBB83693}" destId="{E9EC0B84-1F62-4A29-A7CE-CDBE761EB477}" srcOrd="1" destOrd="0" parTransId="{429A9847-31B5-48BD-A425-6BE0BDBAA5B9}" sibTransId="{F2E9081C-9A25-4BEE-A03D-ABB8B79F077A}"/>
    <dgm:cxn modelId="{6C3F6B1F-B670-4DC5-B610-B3CEEEFE0D21}" srcId="{67257B9A-E54D-4CBC-88CA-F04DCBB83693}" destId="{85A9D966-FD99-42DE-BCC4-352762AE9887}" srcOrd="0" destOrd="0" parTransId="{3B30D274-91ED-4013-B9D0-ED0E5526648C}" sibTransId="{58879F35-FA7C-4607-B4C3-692AD42FF715}"/>
    <dgm:cxn modelId="{C4F50796-DB53-48E6-9C2E-1F9C4C157E71}" type="presOf" srcId="{67257B9A-E54D-4CBC-88CA-F04DCBB83693}" destId="{16CB51E1-613A-4A80-A1C8-BE05DFB612DE}" srcOrd="0" destOrd="0" presId="urn:microsoft.com/office/officeart/2005/8/layout/chevron1"/>
    <dgm:cxn modelId="{4E720D99-16A6-42BD-8199-500285BC1C60}" type="presOf" srcId="{926D3DC0-4DFD-454A-B3FE-5334DFC9C653}" destId="{2A6A4C61-BCCA-4026-A6AB-0216012356E0}" srcOrd="0" destOrd="0" presId="urn:microsoft.com/office/officeart/2005/8/layout/chevron1"/>
    <dgm:cxn modelId="{C0753E9E-CB10-4FD3-B56B-66C269BD6DF9}" type="presOf" srcId="{85A9D966-FD99-42DE-BCC4-352762AE9887}" destId="{21910256-10E2-4090-96A2-FC1DBFACC7B1}" srcOrd="0" destOrd="0" presId="urn:microsoft.com/office/officeart/2005/8/layout/chevron1"/>
    <dgm:cxn modelId="{06A29CA7-AA20-454C-9554-BD8B992AE80B}" type="presOf" srcId="{97A99579-4988-4FAE-9FF3-5BBE0DA9ADA9}" destId="{B87C4145-B229-4C19-A628-2BDB766E9FA2}" srcOrd="0" destOrd="0" presId="urn:microsoft.com/office/officeart/2005/8/layout/chevron1"/>
    <dgm:cxn modelId="{3908B1D2-1E4D-436B-BFBE-E703767D58DA}" srcId="{67257B9A-E54D-4CBC-88CA-F04DCBB83693}" destId="{97A99579-4988-4FAE-9FF3-5BBE0DA9ADA9}" srcOrd="3" destOrd="0" parTransId="{D743541A-4A35-41EB-9E2A-CE0542A27C2A}" sibTransId="{0AFC4DBF-1DF2-4E7A-A34E-33E391EE7E04}"/>
    <dgm:cxn modelId="{34B963D3-3A08-4226-840E-8818BB1D7424}" type="presOf" srcId="{E9EC0B84-1F62-4A29-A7CE-CDBE761EB477}" destId="{E4A63B68-39BD-41F1-AD6A-9695AA02B5DE}" srcOrd="0" destOrd="0" presId="urn:microsoft.com/office/officeart/2005/8/layout/chevron1"/>
    <dgm:cxn modelId="{4F5526E3-72EA-4182-83B0-9357C108AA42}" srcId="{67257B9A-E54D-4CBC-88CA-F04DCBB83693}" destId="{926D3DC0-4DFD-454A-B3FE-5334DFC9C653}" srcOrd="2" destOrd="0" parTransId="{8C1B43FB-D1F2-464E-A443-9568ECE75662}" sibTransId="{60DDBF27-1D2A-46DB-84AA-E28357417AA7}"/>
    <dgm:cxn modelId="{2AC2FC20-7129-4CCF-B136-931A96FB3153}" type="presParOf" srcId="{16CB51E1-613A-4A80-A1C8-BE05DFB612DE}" destId="{21910256-10E2-4090-96A2-FC1DBFACC7B1}" srcOrd="0" destOrd="0" presId="urn:microsoft.com/office/officeart/2005/8/layout/chevron1"/>
    <dgm:cxn modelId="{4381A476-7838-4F8D-BC8E-A8D831D31C1A}" type="presParOf" srcId="{16CB51E1-613A-4A80-A1C8-BE05DFB612DE}" destId="{293A08D8-364A-4AA2-87F9-BABDD8C6DEE5}" srcOrd="1" destOrd="0" presId="urn:microsoft.com/office/officeart/2005/8/layout/chevron1"/>
    <dgm:cxn modelId="{70E057C7-B094-4CF5-99B3-D425530E324D}" type="presParOf" srcId="{16CB51E1-613A-4A80-A1C8-BE05DFB612DE}" destId="{E4A63B68-39BD-41F1-AD6A-9695AA02B5DE}" srcOrd="2" destOrd="0" presId="urn:microsoft.com/office/officeart/2005/8/layout/chevron1"/>
    <dgm:cxn modelId="{99121630-FC5D-44D4-9BA6-DB2D3CA1AC08}" type="presParOf" srcId="{16CB51E1-613A-4A80-A1C8-BE05DFB612DE}" destId="{CAC93286-CA3A-46CC-B720-AF41D5B26D1D}" srcOrd="3" destOrd="0" presId="urn:microsoft.com/office/officeart/2005/8/layout/chevron1"/>
    <dgm:cxn modelId="{7F18D70E-866D-4D46-B3BC-D36870E8A7D7}" type="presParOf" srcId="{16CB51E1-613A-4A80-A1C8-BE05DFB612DE}" destId="{2A6A4C61-BCCA-4026-A6AB-0216012356E0}" srcOrd="4" destOrd="0" presId="urn:microsoft.com/office/officeart/2005/8/layout/chevron1"/>
    <dgm:cxn modelId="{C6C90D19-798F-4003-852D-9C0A4D73BC30}" type="presParOf" srcId="{16CB51E1-613A-4A80-A1C8-BE05DFB612DE}" destId="{26343E80-F941-45B9-9713-FC8987C71F08}" srcOrd="5" destOrd="0" presId="urn:microsoft.com/office/officeart/2005/8/layout/chevron1"/>
    <dgm:cxn modelId="{FC297B90-15CA-425E-9246-2A791E5D65BD}" type="presParOf" srcId="{16CB51E1-613A-4A80-A1C8-BE05DFB612DE}" destId="{B87C4145-B229-4C19-A628-2BDB766E9FA2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7257B9A-E54D-4CBC-88CA-F04DCBB83693}" type="doc">
      <dgm:prSet loTypeId="urn:microsoft.com/office/officeart/2005/8/layout/chevron1" loCatId="process" qsTypeId="urn:microsoft.com/office/officeart/2005/8/quickstyle/simple4" qsCatId="simple" csTypeId="urn:microsoft.com/office/officeart/2005/8/colors/accent3_1" csCatId="accent3" phldr="1"/>
      <dgm:spPr/>
    </dgm:pt>
    <dgm:pt modelId="{85A9D966-FD99-42DE-BCC4-352762AE9887}">
      <dgm:prSet phldrT="[Texto]" custT="1"/>
      <dgm:spPr>
        <a:solidFill>
          <a:schemeClr val="bg1">
            <a:lumMod val="85000"/>
          </a:schemeClr>
        </a:solidFill>
        <a:ln w="19050">
          <a:solidFill>
            <a:schemeClr val="tx1"/>
          </a:solidFill>
        </a:ln>
      </dgm:spPr>
      <dgm:t>
        <a:bodyPr/>
        <a:lstStyle/>
        <a:p>
          <a:r>
            <a:rPr lang="pt-BR" sz="1500" b="1" dirty="0">
              <a:solidFill>
                <a:schemeClr val="bg1">
                  <a:lumMod val="75000"/>
                </a:schemeClr>
              </a:solidFill>
            </a:rPr>
            <a:t>Tipos de metodologias qualitativas</a:t>
          </a:r>
          <a:endParaRPr lang="pt-BR" sz="1500" b="1" dirty="0">
            <a:solidFill>
              <a:schemeClr val="bg1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B30D274-91ED-4013-B9D0-ED0E5526648C}" type="parTrans" cxnId="{6C3F6B1F-B670-4DC5-B610-B3CEEEFE0D21}">
      <dgm:prSet/>
      <dgm:spPr/>
      <dgm:t>
        <a:bodyPr/>
        <a:lstStyle/>
        <a:p>
          <a:endParaRPr lang="pt-BR"/>
        </a:p>
      </dgm:t>
    </dgm:pt>
    <dgm:pt modelId="{58879F35-FA7C-4607-B4C3-692AD42FF715}" type="sibTrans" cxnId="{6C3F6B1F-B670-4DC5-B610-B3CEEEFE0D21}">
      <dgm:prSet/>
      <dgm:spPr/>
      <dgm:t>
        <a:bodyPr/>
        <a:lstStyle/>
        <a:p>
          <a:endParaRPr lang="pt-BR"/>
        </a:p>
      </dgm:t>
    </dgm:pt>
    <dgm:pt modelId="{E9EC0B84-1F62-4A29-A7CE-CDBE761EB477}">
      <dgm:prSet phldrT="[Texto]" custT="1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pt-BR" sz="16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gm:t>
    </dgm:pt>
    <dgm:pt modelId="{429A9847-31B5-48BD-A425-6BE0BDBAA5B9}" type="parTrans" cxnId="{6075500B-7640-4D31-B836-AA592B1BF7B8}">
      <dgm:prSet/>
      <dgm:spPr/>
      <dgm:t>
        <a:bodyPr/>
        <a:lstStyle/>
        <a:p>
          <a:endParaRPr lang="pt-BR"/>
        </a:p>
      </dgm:t>
    </dgm:pt>
    <dgm:pt modelId="{F2E9081C-9A25-4BEE-A03D-ABB8B79F077A}" type="sibTrans" cxnId="{6075500B-7640-4D31-B836-AA592B1BF7B8}">
      <dgm:prSet/>
      <dgm:spPr/>
      <dgm:t>
        <a:bodyPr/>
        <a:lstStyle/>
        <a:p>
          <a:endParaRPr lang="pt-BR"/>
        </a:p>
      </dgm:t>
    </dgm:pt>
    <dgm:pt modelId="{926D3DC0-4DFD-454A-B3FE-5334DFC9C653}">
      <dgm:prSet phldrT="[Texto]" custT="1"/>
      <dgm:spPr>
        <a:solidFill>
          <a:srgbClr val="0070C0"/>
        </a:solidFill>
      </dgm:spPr>
      <dgm:t>
        <a:bodyPr/>
        <a:lstStyle/>
        <a:p>
          <a:r>
            <a:rPr lang="pt-BR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gm:t>
    </dgm:pt>
    <dgm:pt modelId="{8C1B43FB-D1F2-464E-A443-9568ECE75662}" type="parTrans" cxnId="{4F5526E3-72EA-4182-83B0-9357C108AA42}">
      <dgm:prSet/>
      <dgm:spPr/>
      <dgm:t>
        <a:bodyPr/>
        <a:lstStyle/>
        <a:p>
          <a:endParaRPr lang="pt-BR"/>
        </a:p>
      </dgm:t>
    </dgm:pt>
    <dgm:pt modelId="{60DDBF27-1D2A-46DB-84AA-E28357417AA7}" type="sibTrans" cxnId="{4F5526E3-72EA-4182-83B0-9357C108AA42}">
      <dgm:prSet/>
      <dgm:spPr/>
      <dgm:t>
        <a:bodyPr/>
        <a:lstStyle/>
        <a:p>
          <a:endParaRPr lang="pt-BR"/>
        </a:p>
      </dgm:t>
    </dgm:pt>
    <dgm:pt modelId="{97A99579-4988-4FAE-9FF3-5BBE0DA9ADA9}">
      <dgm:prSet phldrT="[Texto]" custT="1"/>
      <dgm:spPr/>
      <dgm:t>
        <a:bodyPr/>
        <a:lstStyle/>
        <a:p>
          <a:endParaRPr lang="pt-BR" sz="1600" b="1" dirty="0">
            <a:solidFill>
              <a:schemeClr val="bg1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43541A-4A35-41EB-9E2A-CE0542A27C2A}" type="parTrans" cxnId="{3908B1D2-1E4D-436B-BFBE-E703767D58DA}">
      <dgm:prSet/>
      <dgm:spPr/>
      <dgm:t>
        <a:bodyPr/>
        <a:lstStyle/>
        <a:p>
          <a:endParaRPr lang="pt-BR"/>
        </a:p>
      </dgm:t>
    </dgm:pt>
    <dgm:pt modelId="{0AFC4DBF-1DF2-4E7A-A34E-33E391EE7E04}" type="sibTrans" cxnId="{3908B1D2-1E4D-436B-BFBE-E703767D58DA}">
      <dgm:prSet/>
      <dgm:spPr/>
      <dgm:t>
        <a:bodyPr/>
        <a:lstStyle/>
        <a:p>
          <a:endParaRPr lang="pt-BR"/>
        </a:p>
      </dgm:t>
    </dgm:pt>
    <dgm:pt modelId="{16CB51E1-613A-4A80-A1C8-BE05DFB612DE}" type="pres">
      <dgm:prSet presAssocID="{67257B9A-E54D-4CBC-88CA-F04DCBB83693}" presName="Name0" presStyleCnt="0">
        <dgm:presLayoutVars>
          <dgm:dir/>
          <dgm:animLvl val="lvl"/>
          <dgm:resizeHandles val="exact"/>
        </dgm:presLayoutVars>
      </dgm:prSet>
      <dgm:spPr/>
    </dgm:pt>
    <dgm:pt modelId="{21910256-10E2-4090-96A2-FC1DBFACC7B1}" type="pres">
      <dgm:prSet presAssocID="{85A9D966-FD99-42DE-BCC4-352762AE9887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93A08D8-364A-4AA2-87F9-BABDD8C6DEE5}" type="pres">
      <dgm:prSet presAssocID="{58879F35-FA7C-4607-B4C3-692AD42FF715}" presName="parTxOnlySpace" presStyleCnt="0"/>
      <dgm:spPr/>
    </dgm:pt>
    <dgm:pt modelId="{E4A63B68-39BD-41F1-AD6A-9695AA02B5DE}" type="pres">
      <dgm:prSet presAssocID="{E9EC0B84-1F62-4A29-A7CE-CDBE761EB477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CAC93286-CA3A-46CC-B720-AF41D5B26D1D}" type="pres">
      <dgm:prSet presAssocID="{F2E9081C-9A25-4BEE-A03D-ABB8B79F077A}" presName="parTxOnlySpace" presStyleCnt="0"/>
      <dgm:spPr/>
    </dgm:pt>
    <dgm:pt modelId="{2A6A4C61-BCCA-4026-A6AB-0216012356E0}" type="pres">
      <dgm:prSet presAssocID="{926D3DC0-4DFD-454A-B3FE-5334DFC9C653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6343E80-F941-45B9-9713-FC8987C71F08}" type="pres">
      <dgm:prSet presAssocID="{60DDBF27-1D2A-46DB-84AA-E28357417AA7}" presName="parTxOnlySpace" presStyleCnt="0"/>
      <dgm:spPr/>
    </dgm:pt>
    <dgm:pt modelId="{B87C4145-B229-4C19-A628-2BDB766E9FA2}" type="pres">
      <dgm:prSet presAssocID="{97A99579-4988-4FAE-9FF3-5BBE0DA9ADA9}" presName="parTxOnly" presStyleLbl="node1" presStyleIdx="3" presStyleCnt="4" custLinFactX="34934" custLinFactNeighborX="100000" custLinFactNeighborY="2973">
        <dgm:presLayoutVars>
          <dgm:chMax val="0"/>
          <dgm:chPref val="0"/>
          <dgm:bulletEnabled val="1"/>
        </dgm:presLayoutVars>
      </dgm:prSet>
      <dgm:spPr/>
    </dgm:pt>
  </dgm:ptLst>
  <dgm:cxnLst>
    <dgm:cxn modelId="{6075500B-7640-4D31-B836-AA592B1BF7B8}" srcId="{67257B9A-E54D-4CBC-88CA-F04DCBB83693}" destId="{E9EC0B84-1F62-4A29-A7CE-CDBE761EB477}" srcOrd="1" destOrd="0" parTransId="{429A9847-31B5-48BD-A425-6BE0BDBAA5B9}" sibTransId="{F2E9081C-9A25-4BEE-A03D-ABB8B79F077A}"/>
    <dgm:cxn modelId="{DA820F0C-C343-4FEB-B849-DF957C293799}" type="presOf" srcId="{97A99579-4988-4FAE-9FF3-5BBE0DA9ADA9}" destId="{B87C4145-B229-4C19-A628-2BDB766E9FA2}" srcOrd="0" destOrd="0" presId="urn:microsoft.com/office/officeart/2005/8/layout/chevron1"/>
    <dgm:cxn modelId="{6C3F6B1F-B670-4DC5-B610-B3CEEEFE0D21}" srcId="{67257B9A-E54D-4CBC-88CA-F04DCBB83693}" destId="{85A9D966-FD99-42DE-BCC4-352762AE9887}" srcOrd="0" destOrd="0" parTransId="{3B30D274-91ED-4013-B9D0-ED0E5526648C}" sibTransId="{58879F35-FA7C-4607-B4C3-692AD42FF715}"/>
    <dgm:cxn modelId="{EF530E5A-AF95-4862-9D2C-584F55B462B3}" type="presOf" srcId="{E9EC0B84-1F62-4A29-A7CE-CDBE761EB477}" destId="{E4A63B68-39BD-41F1-AD6A-9695AA02B5DE}" srcOrd="0" destOrd="0" presId="urn:microsoft.com/office/officeart/2005/8/layout/chevron1"/>
    <dgm:cxn modelId="{FCD2BF9A-482F-46E2-B088-05DE437FC19E}" type="presOf" srcId="{85A9D966-FD99-42DE-BCC4-352762AE9887}" destId="{21910256-10E2-4090-96A2-FC1DBFACC7B1}" srcOrd="0" destOrd="0" presId="urn:microsoft.com/office/officeart/2005/8/layout/chevron1"/>
    <dgm:cxn modelId="{A8FA129D-984C-425F-AB75-C70E14635695}" type="presOf" srcId="{926D3DC0-4DFD-454A-B3FE-5334DFC9C653}" destId="{2A6A4C61-BCCA-4026-A6AB-0216012356E0}" srcOrd="0" destOrd="0" presId="urn:microsoft.com/office/officeart/2005/8/layout/chevron1"/>
    <dgm:cxn modelId="{3908B1D2-1E4D-436B-BFBE-E703767D58DA}" srcId="{67257B9A-E54D-4CBC-88CA-F04DCBB83693}" destId="{97A99579-4988-4FAE-9FF3-5BBE0DA9ADA9}" srcOrd="3" destOrd="0" parTransId="{D743541A-4A35-41EB-9E2A-CE0542A27C2A}" sibTransId="{0AFC4DBF-1DF2-4E7A-A34E-33E391EE7E04}"/>
    <dgm:cxn modelId="{4F5526E3-72EA-4182-83B0-9357C108AA42}" srcId="{67257B9A-E54D-4CBC-88CA-F04DCBB83693}" destId="{926D3DC0-4DFD-454A-B3FE-5334DFC9C653}" srcOrd="2" destOrd="0" parTransId="{8C1B43FB-D1F2-464E-A443-9568ECE75662}" sibTransId="{60DDBF27-1D2A-46DB-84AA-E28357417AA7}"/>
    <dgm:cxn modelId="{0FC93FF8-79B8-44B8-8777-BB4BEDA69FDD}" type="presOf" srcId="{67257B9A-E54D-4CBC-88CA-F04DCBB83693}" destId="{16CB51E1-613A-4A80-A1C8-BE05DFB612DE}" srcOrd="0" destOrd="0" presId="urn:microsoft.com/office/officeart/2005/8/layout/chevron1"/>
    <dgm:cxn modelId="{E7943C00-3FB5-4F92-ADAD-8251F9BE3998}" type="presParOf" srcId="{16CB51E1-613A-4A80-A1C8-BE05DFB612DE}" destId="{21910256-10E2-4090-96A2-FC1DBFACC7B1}" srcOrd="0" destOrd="0" presId="urn:microsoft.com/office/officeart/2005/8/layout/chevron1"/>
    <dgm:cxn modelId="{B3CB1B74-5F8F-4FA5-A067-E3C43D4B225F}" type="presParOf" srcId="{16CB51E1-613A-4A80-A1C8-BE05DFB612DE}" destId="{293A08D8-364A-4AA2-87F9-BABDD8C6DEE5}" srcOrd="1" destOrd="0" presId="urn:microsoft.com/office/officeart/2005/8/layout/chevron1"/>
    <dgm:cxn modelId="{4CDF53B4-BF9A-4F9C-A6E0-2BA825430868}" type="presParOf" srcId="{16CB51E1-613A-4A80-A1C8-BE05DFB612DE}" destId="{E4A63B68-39BD-41F1-AD6A-9695AA02B5DE}" srcOrd="2" destOrd="0" presId="urn:microsoft.com/office/officeart/2005/8/layout/chevron1"/>
    <dgm:cxn modelId="{5BCF90EC-BA63-4D8E-BD3E-401F3025C494}" type="presParOf" srcId="{16CB51E1-613A-4A80-A1C8-BE05DFB612DE}" destId="{CAC93286-CA3A-46CC-B720-AF41D5B26D1D}" srcOrd="3" destOrd="0" presId="urn:microsoft.com/office/officeart/2005/8/layout/chevron1"/>
    <dgm:cxn modelId="{11813EA8-134F-4548-A3D9-900D0C940EDB}" type="presParOf" srcId="{16CB51E1-613A-4A80-A1C8-BE05DFB612DE}" destId="{2A6A4C61-BCCA-4026-A6AB-0216012356E0}" srcOrd="4" destOrd="0" presId="urn:microsoft.com/office/officeart/2005/8/layout/chevron1"/>
    <dgm:cxn modelId="{D3739A48-A3DE-4608-8859-399AE312F8E0}" type="presParOf" srcId="{16CB51E1-613A-4A80-A1C8-BE05DFB612DE}" destId="{26343E80-F941-45B9-9713-FC8987C71F08}" srcOrd="5" destOrd="0" presId="urn:microsoft.com/office/officeart/2005/8/layout/chevron1"/>
    <dgm:cxn modelId="{054657ED-FE8A-4E0B-8E7F-E6AAF09A6BD7}" type="presParOf" srcId="{16CB51E1-613A-4A80-A1C8-BE05DFB612DE}" destId="{B87C4145-B229-4C19-A628-2BDB766E9FA2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52EEAE-CDE8-4B89-820F-CE1625A64C70}">
      <dsp:nvSpPr>
        <dsp:cNvPr id="0" name=""/>
        <dsp:cNvSpPr/>
      </dsp:nvSpPr>
      <dsp:spPr>
        <a:xfrm rot="5400000">
          <a:off x="-222646" y="223826"/>
          <a:ext cx="1484312" cy="1039018"/>
        </a:xfrm>
        <a:prstGeom prst="chevron">
          <a:avLst/>
        </a:prstGeom>
        <a:solidFill>
          <a:srgbClr val="FFC000"/>
        </a:solidFill>
        <a:ln w="635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b="1" kern="1200" dirty="0">
              <a:solidFill>
                <a:schemeClr val="tx1"/>
              </a:solidFill>
            </a:rPr>
            <a:t>13</a:t>
          </a:r>
        </a:p>
      </dsp:txBody>
      <dsp:txXfrm rot="-5400000">
        <a:off x="1" y="520688"/>
        <a:ext cx="1039018" cy="445294"/>
      </dsp:txXfrm>
    </dsp:sp>
    <dsp:sp modelId="{6D24243E-78BE-4DAB-BB7F-4B71F31491A8}">
      <dsp:nvSpPr>
        <dsp:cNvPr id="0" name=""/>
        <dsp:cNvSpPr/>
      </dsp:nvSpPr>
      <dsp:spPr>
        <a:xfrm rot="5400000">
          <a:off x="3085107" y="-2044909"/>
          <a:ext cx="964803" cy="5056981"/>
        </a:xfrm>
        <a:prstGeom prst="round2SameRect">
          <a:avLst/>
        </a:prstGeom>
        <a:solidFill>
          <a:srgbClr val="FFC000">
            <a:alpha val="90000"/>
          </a:srgbClr>
        </a:solidFill>
        <a:ln w="635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900" kern="1200" dirty="0"/>
            <a:t>Tipos de metodologias qualitativas</a:t>
          </a:r>
        </a:p>
      </dsp:txBody>
      <dsp:txXfrm rot="-5400000">
        <a:off x="1039018" y="48278"/>
        <a:ext cx="5009883" cy="870607"/>
      </dsp:txXfrm>
    </dsp:sp>
    <dsp:sp modelId="{E712D957-3074-4A6F-BE81-696C02C50390}">
      <dsp:nvSpPr>
        <dsp:cNvPr id="0" name=""/>
        <dsp:cNvSpPr/>
      </dsp:nvSpPr>
      <dsp:spPr>
        <a:xfrm rot="5400000">
          <a:off x="-222646" y="1512490"/>
          <a:ext cx="1484312" cy="1039018"/>
        </a:xfrm>
        <a:prstGeom prst="chevron">
          <a:avLst/>
        </a:prstGeom>
        <a:solidFill>
          <a:srgbClr val="0070C0"/>
        </a:solidFill>
        <a:ln w="635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kern="1200" dirty="0"/>
            <a:t>14 </a:t>
          </a:r>
        </a:p>
      </dsp:txBody>
      <dsp:txXfrm rot="-5400000">
        <a:off x="1" y="1809352"/>
        <a:ext cx="1039018" cy="445294"/>
      </dsp:txXfrm>
    </dsp:sp>
    <dsp:sp modelId="{4D7C9FF1-1680-4E5D-BE1A-46821E454E36}">
      <dsp:nvSpPr>
        <dsp:cNvPr id="0" name=""/>
        <dsp:cNvSpPr/>
      </dsp:nvSpPr>
      <dsp:spPr>
        <a:xfrm rot="5400000">
          <a:off x="3085107" y="-756245"/>
          <a:ext cx="964803" cy="5056981"/>
        </a:xfrm>
        <a:prstGeom prst="round2SameRect">
          <a:avLst/>
        </a:prstGeom>
        <a:solidFill>
          <a:srgbClr val="0070C0">
            <a:alpha val="90000"/>
          </a:srgbClr>
        </a:solidFill>
        <a:ln w="635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900" kern="1200" dirty="0">
              <a:solidFill>
                <a:schemeClr val="bg1"/>
              </a:solidFill>
            </a:rPr>
            <a:t>Tipos de metodologias quantitativas</a:t>
          </a:r>
        </a:p>
      </dsp:txBody>
      <dsp:txXfrm rot="-5400000">
        <a:off x="1039018" y="1336942"/>
        <a:ext cx="5009883" cy="870607"/>
      </dsp:txXfrm>
    </dsp:sp>
    <dsp:sp modelId="{D4BECCCC-2FE1-4857-9503-44E6B6299AC6}">
      <dsp:nvSpPr>
        <dsp:cNvPr id="0" name=""/>
        <dsp:cNvSpPr/>
      </dsp:nvSpPr>
      <dsp:spPr>
        <a:xfrm rot="5400000">
          <a:off x="-222646" y="2801154"/>
          <a:ext cx="1484312" cy="1039018"/>
        </a:xfrm>
        <a:prstGeom prst="chevron">
          <a:avLst/>
        </a:prstGeom>
        <a:solidFill>
          <a:srgbClr val="FFC000"/>
        </a:solidFill>
        <a:ln w="635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900" b="1" kern="1200" dirty="0">
              <a:solidFill>
                <a:schemeClr val="tx1"/>
              </a:solidFill>
            </a:rPr>
            <a:t>15</a:t>
          </a:r>
          <a:endParaRPr lang="pt-BR" sz="2900" kern="1200" dirty="0"/>
        </a:p>
      </dsp:txBody>
      <dsp:txXfrm rot="-5400000">
        <a:off x="1" y="3098016"/>
        <a:ext cx="1039018" cy="445294"/>
      </dsp:txXfrm>
    </dsp:sp>
    <dsp:sp modelId="{B7F5AFA3-8613-4019-A97C-C06E2A4219F2}">
      <dsp:nvSpPr>
        <dsp:cNvPr id="0" name=""/>
        <dsp:cNvSpPr/>
      </dsp:nvSpPr>
      <dsp:spPr>
        <a:xfrm rot="5400000">
          <a:off x="3085107" y="532418"/>
          <a:ext cx="964803" cy="5056981"/>
        </a:xfrm>
        <a:prstGeom prst="round2SameRect">
          <a:avLst/>
        </a:prstGeom>
        <a:solidFill>
          <a:srgbClr val="FFC000">
            <a:alpha val="90000"/>
          </a:srgbClr>
        </a:solidFill>
        <a:ln w="6350" cap="flat" cmpd="sng" algn="ctr">
          <a:solidFill>
            <a:schemeClr val="bg1">
              <a:lumMod val="5000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06248" tIns="18415" rIns="18415" bIns="1841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900" kern="1200" dirty="0">
              <a:solidFill>
                <a:schemeClr val="bg1"/>
              </a:solidFill>
            </a:rPr>
            <a:t>Formas de comunicar pesquisa</a:t>
          </a:r>
          <a:endParaRPr lang="pt-BR" sz="2900" kern="1200" dirty="0"/>
        </a:p>
      </dsp:txBody>
      <dsp:txXfrm rot="-5400000">
        <a:off x="1039018" y="2625605"/>
        <a:ext cx="5009883" cy="8706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10256-10E2-4090-96A2-FC1DBFACC7B1}">
      <dsp:nvSpPr>
        <dsp:cNvPr id="0" name=""/>
        <dsp:cNvSpPr/>
      </dsp:nvSpPr>
      <dsp:spPr>
        <a:xfrm>
          <a:off x="4228" y="0"/>
          <a:ext cx="2461342" cy="585787"/>
        </a:xfrm>
        <a:prstGeom prst="chevron">
          <a:avLst/>
        </a:prstGeom>
        <a:solidFill>
          <a:srgbClr val="FFC000"/>
        </a:solidFill>
        <a:ln w="19050"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/>
            <a:t>Tipos de metodologias qualitativas</a:t>
          </a:r>
          <a:endParaRPr lang="pt-BR" sz="1500" b="1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7122" y="0"/>
        <a:ext cx="1875555" cy="585787"/>
      </dsp:txXfrm>
    </dsp:sp>
    <dsp:sp modelId="{E4A63B68-39BD-41F1-AD6A-9695AA02B5DE}">
      <dsp:nvSpPr>
        <dsp:cNvPr id="0" name=""/>
        <dsp:cNvSpPr/>
      </dsp:nvSpPr>
      <dsp:spPr>
        <a:xfrm>
          <a:off x="2219436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sp:txBody>
      <dsp:txXfrm>
        <a:off x="2512330" y="0"/>
        <a:ext cx="1875555" cy="585787"/>
      </dsp:txXfrm>
    </dsp:sp>
    <dsp:sp modelId="{2A6A4C61-BCCA-4026-A6AB-0216012356E0}">
      <dsp:nvSpPr>
        <dsp:cNvPr id="0" name=""/>
        <dsp:cNvSpPr/>
      </dsp:nvSpPr>
      <dsp:spPr>
        <a:xfrm>
          <a:off x="4434645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sp:txBody>
      <dsp:txXfrm>
        <a:off x="4727539" y="0"/>
        <a:ext cx="1875555" cy="585787"/>
      </dsp:txXfrm>
    </dsp:sp>
    <dsp:sp modelId="{B87C4145-B229-4C19-A628-2BDB766E9FA2}">
      <dsp:nvSpPr>
        <dsp:cNvPr id="0" name=""/>
        <dsp:cNvSpPr/>
      </dsp:nvSpPr>
      <dsp:spPr>
        <a:xfrm>
          <a:off x="6649853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sp:txBody>
      <dsp:txXfrm>
        <a:off x="6942747" y="0"/>
        <a:ext cx="1875555" cy="5857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10256-10E2-4090-96A2-FC1DBFACC7B1}">
      <dsp:nvSpPr>
        <dsp:cNvPr id="0" name=""/>
        <dsp:cNvSpPr/>
      </dsp:nvSpPr>
      <dsp:spPr>
        <a:xfrm>
          <a:off x="4228" y="0"/>
          <a:ext cx="2461342" cy="585787"/>
        </a:xfrm>
        <a:prstGeom prst="chevron">
          <a:avLst/>
        </a:prstGeom>
        <a:solidFill>
          <a:srgbClr val="FFC000"/>
        </a:solidFill>
        <a:ln w="19050"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/>
            <a:t>Tipos de metodologias qualitativas</a:t>
          </a:r>
          <a:endParaRPr lang="pt-BR" sz="1500" b="1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7122" y="0"/>
        <a:ext cx="1875555" cy="585787"/>
      </dsp:txXfrm>
    </dsp:sp>
    <dsp:sp modelId="{E4A63B68-39BD-41F1-AD6A-9695AA02B5DE}">
      <dsp:nvSpPr>
        <dsp:cNvPr id="0" name=""/>
        <dsp:cNvSpPr/>
      </dsp:nvSpPr>
      <dsp:spPr>
        <a:xfrm>
          <a:off x="2219436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sp:txBody>
      <dsp:txXfrm>
        <a:off x="2512330" y="0"/>
        <a:ext cx="1875555" cy="585787"/>
      </dsp:txXfrm>
    </dsp:sp>
    <dsp:sp modelId="{2A6A4C61-BCCA-4026-A6AB-0216012356E0}">
      <dsp:nvSpPr>
        <dsp:cNvPr id="0" name=""/>
        <dsp:cNvSpPr/>
      </dsp:nvSpPr>
      <dsp:spPr>
        <a:xfrm>
          <a:off x="4434645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sp:txBody>
      <dsp:txXfrm>
        <a:off x="4727539" y="0"/>
        <a:ext cx="1875555" cy="585787"/>
      </dsp:txXfrm>
    </dsp:sp>
    <dsp:sp modelId="{B87C4145-B229-4C19-A628-2BDB766E9FA2}">
      <dsp:nvSpPr>
        <dsp:cNvPr id="0" name=""/>
        <dsp:cNvSpPr/>
      </dsp:nvSpPr>
      <dsp:spPr>
        <a:xfrm>
          <a:off x="6649853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b="1" kern="1200" dirty="0">
            <a:solidFill>
              <a:schemeClr val="bg1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942747" y="0"/>
        <a:ext cx="1875555" cy="5857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10256-10E2-4090-96A2-FC1DBFACC7B1}">
      <dsp:nvSpPr>
        <dsp:cNvPr id="0" name=""/>
        <dsp:cNvSpPr/>
      </dsp:nvSpPr>
      <dsp:spPr>
        <a:xfrm>
          <a:off x="4228" y="0"/>
          <a:ext cx="2461342" cy="585787"/>
        </a:xfrm>
        <a:prstGeom prst="chevron">
          <a:avLst/>
        </a:prstGeom>
        <a:solidFill>
          <a:srgbClr val="FFC000"/>
        </a:solidFill>
        <a:ln w="19050"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/>
            <a:t>Tipos de metodologias qualitativas</a:t>
          </a:r>
          <a:endParaRPr lang="pt-BR" sz="1500" b="1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7122" y="0"/>
        <a:ext cx="1875555" cy="585787"/>
      </dsp:txXfrm>
    </dsp:sp>
    <dsp:sp modelId="{E4A63B68-39BD-41F1-AD6A-9695AA02B5DE}">
      <dsp:nvSpPr>
        <dsp:cNvPr id="0" name=""/>
        <dsp:cNvSpPr/>
      </dsp:nvSpPr>
      <dsp:spPr>
        <a:xfrm>
          <a:off x="2219436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sp:txBody>
      <dsp:txXfrm>
        <a:off x="2512330" y="0"/>
        <a:ext cx="1875555" cy="585787"/>
      </dsp:txXfrm>
    </dsp:sp>
    <dsp:sp modelId="{2A6A4C61-BCCA-4026-A6AB-0216012356E0}">
      <dsp:nvSpPr>
        <dsp:cNvPr id="0" name=""/>
        <dsp:cNvSpPr/>
      </dsp:nvSpPr>
      <dsp:spPr>
        <a:xfrm>
          <a:off x="4434645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sp:txBody>
      <dsp:txXfrm>
        <a:off x="4727539" y="0"/>
        <a:ext cx="1875555" cy="585787"/>
      </dsp:txXfrm>
    </dsp:sp>
    <dsp:sp modelId="{B87C4145-B229-4C19-A628-2BDB766E9FA2}">
      <dsp:nvSpPr>
        <dsp:cNvPr id="0" name=""/>
        <dsp:cNvSpPr/>
      </dsp:nvSpPr>
      <dsp:spPr>
        <a:xfrm>
          <a:off x="6649853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sp:txBody>
      <dsp:txXfrm>
        <a:off x="6942747" y="0"/>
        <a:ext cx="1875555" cy="5857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10256-10E2-4090-96A2-FC1DBFACC7B1}">
      <dsp:nvSpPr>
        <dsp:cNvPr id="0" name=""/>
        <dsp:cNvSpPr/>
      </dsp:nvSpPr>
      <dsp:spPr>
        <a:xfrm>
          <a:off x="4228" y="0"/>
          <a:ext cx="2461342" cy="585787"/>
        </a:xfrm>
        <a:prstGeom prst="chevron">
          <a:avLst/>
        </a:prstGeom>
        <a:solidFill>
          <a:srgbClr val="FFC000"/>
        </a:solidFill>
        <a:ln w="19050"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/>
            <a:t>Tipos de metodologias qualitativas</a:t>
          </a:r>
          <a:endParaRPr lang="pt-BR" sz="1500" b="1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7122" y="0"/>
        <a:ext cx="1875555" cy="585787"/>
      </dsp:txXfrm>
    </dsp:sp>
    <dsp:sp modelId="{E4A63B68-39BD-41F1-AD6A-9695AA02B5DE}">
      <dsp:nvSpPr>
        <dsp:cNvPr id="0" name=""/>
        <dsp:cNvSpPr/>
      </dsp:nvSpPr>
      <dsp:spPr>
        <a:xfrm>
          <a:off x="2219436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sp:txBody>
      <dsp:txXfrm>
        <a:off x="2512330" y="0"/>
        <a:ext cx="1875555" cy="585787"/>
      </dsp:txXfrm>
    </dsp:sp>
    <dsp:sp modelId="{2A6A4C61-BCCA-4026-A6AB-0216012356E0}">
      <dsp:nvSpPr>
        <dsp:cNvPr id="0" name=""/>
        <dsp:cNvSpPr/>
      </dsp:nvSpPr>
      <dsp:spPr>
        <a:xfrm>
          <a:off x="4434645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sp:txBody>
      <dsp:txXfrm>
        <a:off x="4727539" y="0"/>
        <a:ext cx="1875555" cy="585787"/>
      </dsp:txXfrm>
    </dsp:sp>
    <dsp:sp modelId="{B87C4145-B229-4C19-A628-2BDB766E9FA2}">
      <dsp:nvSpPr>
        <dsp:cNvPr id="0" name=""/>
        <dsp:cNvSpPr/>
      </dsp:nvSpPr>
      <dsp:spPr>
        <a:xfrm>
          <a:off x="6649853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sp:txBody>
      <dsp:txXfrm>
        <a:off x="6942747" y="0"/>
        <a:ext cx="1875555" cy="5857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10256-10E2-4090-96A2-FC1DBFACC7B1}">
      <dsp:nvSpPr>
        <dsp:cNvPr id="0" name=""/>
        <dsp:cNvSpPr/>
      </dsp:nvSpPr>
      <dsp:spPr>
        <a:xfrm>
          <a:off x="4228" y="0"/>
          <a:ext cx="2461342" cy="585787"/>
        </a:xfrm>
        <a:prstGeom prst="chevron">
          <a:avLst/>
        </a:prstGeom>
        <a:solidFill>
          <a:srgbClr val="FFC000"/>
        </a:solidFill>
        <a:ln w="19050"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/>
            <a:t>Tipos de metodologias qualitativas</a:t>
          </a:r>
          <a:endParaRPr lang="pt-BR" sz="1500" b="1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7122" y="0"/>
        <a:ext cx="1875555" cy="585787"/>
      </dsp:txXfrm>
    </dsp:sp>
    <dsp:sp modelId="{E4A63B68-39BD-41F1-AD6A-9695AA02B5DE}">
      <dsp:nvSpPr>
        <dsp:cNvPr id="0" name=""/>
        <dsp:cNvSpPr/>
      </dsp:nvSpPr>
      <dsp:spPr>
        <a:xfrm>
          <a:off x="2219436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sp:txBody>
      <dsp:txXfrm>
        <a:off x="2512330" y="0"/>
        <a:ext cx="1875555" cy="585787"/>
      </dsp:txXfrm>
    </dsp:sp>
    <dsp:sp modelId="{2A6A4C61-BCCA-4026-A6AB-0216012356E0}">
      <dsp:nvSpPr>
        <dsp:cNvPr id="0" name=""/>
        <dsp:cNvSpPr/>
      </dsp:nvSpPr>
      <dsp:spPr>
        <a:xfrm>
          <a:off x="4434645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sp:txBody>
      <dsp:txXfrm>
        <a:off x="4727539" y="0"/>
        <a:ext cx="1875555" cy="585787"/>
      </dsp:txXfrm>
    </dsp:sp>
    <dsp:sp modelId="{B87C4145-B229-4C19-A628-2BDB766E9FA2}">
      <dsp:nvSpPr>
        <dsp:cNvPr id="0" name=""/>
        <dsp:cNvSpPr/>
      </dsp:nvSpPr>
      <dsp:spPr>
        <a:xfrm>
          <a:off x="6649853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sp:txBody>
      <dsp:txXfrm>
        <a:off x="6942747" y="0"/>
        <a:ext cx="1875555" cy="5857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10256-10E2-4090-96A2-FC1DBFACC7B1}">
      <dsp:nvSpPr>
        <dsp:cNvPr id="0" name=""/>
        <dsp:cNvSpPr/>
      </dsp:nvSpPr>
      <dsp:spPr>
        <a:xfrm>
          <a:off x="4228" y="0"/>
          <a:ext cx="2461342" cy="585787"/>
        </a:xfrm>
        <a:prstGeom prst="chevron">
          <a:avLst/>
        </a:prstGeom>
        <a:solidFill>
          <a:srgbClr val="FFC000"/>
        </a:solidFill>
        <a:ln w="19050"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/>
            <a:t>Tipos de metodologias qualitativas</a:t>
          </a:r>
          <a:endParaRPr lang="pt-BR" sz="1500" b="1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7122" y="0"/>
        <a:ext cx="1875555" cy="585787"/>
      </dsp:txXfrm>
    </dsp:sp>
    <dsp:sp modelId="{E4A63B68-39BD-41F1-AD6A-9695AA02B5DE}">
      <dsp:nvSpPr>
        <dsp:cNvPr id="0" name=""/>
        <dsp:cNvSpPr/>
      </dsp:nvSpPr>
      <dsp:spPr>
        <a:xfrm>
          <a:off x="2219436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sp:txBody>
      <dsp:txXfrm>
        <a:off x="2512330" y="0"/>
        <a:ext cx="1875555" cy="585787"/>
      </dsp:txXfrm>
    </dsp:sp>
    <dsp:sp modelId="{2A6A4C61-BCCA-4026-A6AB-0216012356E0}">
      <dsp:nvSpPr>
        <dsp:cNvPr id="0" name=""/>
        <dsp:cNvSpPr/>
      </dsp:nvSpPr>
      <dsp:spPr>
        <a:xfrm>
          <a:off x="4434645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sp:txBody>
      <dsp:txXfrm>
        <a:off x="4727539" y="0"/>
        <a:ext cx="1875555" cy="585787"/>
      </dsp:txXfrm>
    </dsp:sp>
    <dsp:sp modelId="{B87C4145-B229-4C19-A628-2BDB766E9FA2}">
      <dsp:nvSpPr>
        <dsp:cNvPr id="0" name=""/>
        <dsp:cNvSpPr/>
      </dsp:nvSpPr>
      <dsp:spPr>
        <a:xfrm>
          <a:off x="6649853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sp:txBody>
      <dsp:txXfrm>
        <a:off x="6942747" y="0"/>
        <a:ext cx="1875555" cy="58578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10256-10E2-4090-96A2-FC1DBFACC7B1}">
      <dsp:nvSpPr>
        <dsp:cNvPr id="0" name=""/>
        <dsp:cNvSpPr/>
      </dsp:nvSpPr>
      <dsp:spPr>
        <a:xfrm>
          <a:off x="4228" y="0"/>
          <a:ext cx="2461342" cy="585787"/>
        </a:xfrm>
        <a:prstGeom prst="chevron">
          <a:avLst/>
        </a:prstGeom>
        <a:solidFill>
          <a:schemeClr val="bg1">
            <a:lumMod val="85000"/>
          </a:schemeClr>
        </a:solidFill>
        <a:ln w="19050"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>
              <a:solidFill>
                <a:schemeClr val="bg1">
                  <a:lumMod val="75000"/>
                </a:schemeClr>
              </a:solidFill>
            </a:rPr>
            <a:t>Tipos de metodologias qualitativas</a:t>
          </a:r>
          <a:endParaRPr lang="pt-BR" sz="1500" b="1" kern="1200" dirty="0">
            <a:solidFill>
              <a:schemeClr val="bg1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7122" y="0"/>
        <a:ext cx="1875555" cy="585787"/>
      </dsp:txXfrm>
    </dsp:sp>
    <dsp:sp modelId="{E4A63B68-39BD-41F1-AD6A-9695AA02B5DE}">
      <dsp:nvSpPr>
        <dsp:cNvPr id="0" name=""/>
        <dsp:cNvSpPr/>
      </dsp:nvSpPr>
      <dsp:spPr>
        <a:xfrm>
          <a:off x="2219436" y="0"/>
          <a:ext cx="2461342" cy="585787"/>
        </a:xfrm>
        <a:prstGeom prst="chevron">
          <a:avLst/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sp:txBody>
      <dsp:txXfrm>
        <a:off x="2512330" y="0"/>
        <a:ext cx="1875555" cy="585787"/>
      </dsp:txXfrm>
    </dsp:sp>
    <dsp:sp modelId="{2A6A4C61-BCCA-4026-A6AB-0216012356E0}">
      <dsp:nvSpPr>
        <dsp:cNvPr id="0" name=""/>
        <dsp:cNvSpPr/>
      </dsp:nvSpPr>
      <dsp:spPr>
        <a:xfrm>
          <a:off x="4434645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sp:txBody>
      <dsp:txXfrm>
        <a:off x="4727539" y="0"/>
        <a:ext cx="1875555" cy="585787"/>
      </dsp:txXfrm>
    </dsp:sp>
    <dsp:sp modelId="{B87C4145-B229-4C19-A628-2BDB766E9FA2}">
      <dsp:nvSpPr>
        <dsp:cNvPr id="0" name=""/>
        <dsp:cNvSpPr/>
      </dsp:nvSpPr>
      <dsp:spPr>
        <a:xfrm>
          <a:off x="6649853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sp:txBody>
      <dsp:txXfrm>
        <a:off x="6942747" y="0"/>
        <a:ext cx="1875555" cy="5857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10256-10E2-4090-96A2-FC1DBFACC7B1}">
      <dsp:nvSpPr>
        <dsp:cNvPr id="0" name=""/>
        <dsp:cNvSpPr/>
      </dsp:nvSpPr>
      <dsp:spPr>
        <a:xfrm>
          <a:off x="4228" y="0"/>
          <a:ext cx="2461342" cy="585787"/>
        </a:xfrm>
        <a:prstGeom prst="chevron">
          <a:avLst/>
        </a:prstGeom>
        <a:solidFill>
          <a:schemeClr val="bg1">
            <a:lumMod val="85000"/>
          </a:schemeClr>
        </a:solidFill>
        <a:ln w="19050"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>
              <a:solidFill>
                <a:schemeClr val="bg1">
                  <a:lumMod val="75000"/>
                </a:schemeClr>
              </a:solidFill>
            </a:rPr>
            <a:t>Tipos de metodologias qualitativas</a:t>
          </a:r>
          <a:endParaRPr lang="pt-BR" sz="1500" b="1" kern="1200" dirty="0">
            <a:solidFill>
              <a:schemeClr val="bg1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7122" y="0"/>
        <a:ext cx="1875555" cy="585787"/>
      </dsp:txXfrm>
    </dsp:sp>
    <dsp:sp modelId="{E4A63B68-39BD-41F1-AD6A-9695AA02B5DE}">
      <dsp:nvSpPr>
        <dsp:cNvPr id="0" name=""/>
        <dsp:cNvSpPr/>
      </dsp:nvSpPr>
      <dsp:spPr>
        <a:xfrm>
          <a:off x="2219436" y="0"/>
          <a:ext cx="2461342" cy="585787"/>
        </a:xfrm>
        <a:prstGeom prst="chevron">
          <a:avLst/>
        </a:prstGeom>
        <a:solidFill>
          <a:srgbClr val="92D05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sp:txBody>
      <dsp:txXfrm>
        <a:off x="2512330" y="0"/>
        <a:ext cx="1875555" cy="585787"/>
      </dsp:txXfrm>
    </dsp:sp>
    <dsp:sp modelId="{2A6A4C61-BCCA-4026-A6AB-0216012356E0}">
      <dsp:nvSpPr>
        <dsp:cNvPr id="0" name=""/>
        <dsp:cNvSpPr/>
      </dsp:nvSpPr>
      <dsp:spPr>
        <a:xfrm>
          <a:off x="4434645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sp:txBody>
      <dsp:txXfrm>
        <a:off x="4727539" y="0"/>
        <a:ext cx="1875555" cy="585787"/>
      </dsp:txXfrm>
    </dsp:sp>
    <dsp:sp modelId="{B87C4145-B229-4C19-A628-2BDB766E9FA2}">
      <dsp:nvSpPr>
        <dsp:cNvPr id="0" name=""/>
        <dsp:cNvSpPr/>
      </dsp:nvSpPr>
      <dsp:spPr>
        <a:xfrm>
          <a:off x="6649853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sp:txBody>
      <dsp:txXfrm>
        <a:off x="6942747" y="0"/>
        <a:ext cx="1875555" cy="58578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10256-10E2-4090-96A2-FC1DBFACC7B1}">
      <dsp:nvSpPr>
        <dsp:cNvPr id="0" name=""/>
        <dsp:cNvSpPr/>
      </dsp:nvSpPr>
      <dsp:spPr>
        <a:xfrm>
          <a:off x="4228" y="0"/>
          <a:ext cx="2461342" cy="585787"/>
        </a:xfrm>
        <a:prstGeom prst="chevron">
          <a:avLst/>
        </a:prstGeom>
        <a:solidFill>
          <a:schemeClr val="bg1">
            <a:lumMod val="85000"/>
          </a:schemeClr>
        </a:solidFill>
        <a:ln w="19050"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>
              <a:solidFill>
                <a:schemeClr val="bg1">
                  <a:lumMod val="75000"/>
                </a:schemeClr>
              </a:solidFill>
            </a:rPr>
            <a:t>Tipos de metodologias qualitativas</a:t>
          </a:r>
          <a:endParaRPr lang="pt-BR" sz="1500" b="1" kern="1200" dirty="0">
            <a:solidFill>
              <a:schemeClr val="bg1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7122" y="0"/>
        <a:ext cx="1875555" cy="585787"/>
      </dsp:txXfrm>
    </dsp:sp>
    <dsp:sp modelId="{E4A63B68-39BD-41F1-AD6A-9695AA02B5DE}">
      <dsp:nvSpPr>
        <dsp:cNvPr id="0" name=""/>
        <dsp:cNvSpPr/>
      </dsp:nvSpPr>
      <dsp:spPr>
        <a:xfrm>
          <a:off x="2219436" y="0"/>
          <a:ext cx="2461342" cy="585787"/>
        </a:xfrm>
        <a:prstGeom prst="chevron">
          <a:avLst/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sp:txBody>
      <dsp:txXfrm>
        <a:off x="2512330" y="0"/>
        <a:ext cx="1875555" cy="585787"/>
      </dsp:txXfrm>
    </dsp:sp>
    <dsp:sp modelId="{2A6A4C61-BCCA-4026-A6AB-0216012356E0}">
      <dsp:nvSpPr>
        <dsp:cNvPr id="0" name=""/>
        <dsp:cNvSpPr/>
      </dsp:nvSpPr>
      <dsp:spPr>
        <a:xfrm>
          <a:off x="4434645" y="0"/>
          <a:ext cx="2461342" cy="585787"/>
        </a:xfrm>
        <a:prstGeom prst="chevron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sp:txBody>
      <dsp:txXfrm>
        <a:off x="4727539" y="0"/>
        <a:ext cx="1875555" cy="585787"/>
      </dsp:txXfrm>
    </dsp:sp>
    <dsp:sp modelId="{B87C4145-B229-4C19-A628-2BDB766E9FA2}">
      <dsp:nvSpPr>
        <dsp:cNvPr id="0" name=""/>
        <dsp:cNvSpPr/>
      </dsp:nvSpPr>
      <dsp:spPr>
        <a:xfrm>
          <a:off x="6649853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Senac e a pesquisa</a:t>
          </a:r>
        </a:p>
      </dsp:txBody>
      <dsp:txXfrm>
        <a:off x="6942747" y="0"/>
        <a:ext cx="1875555" cy="58578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10256-10E2-4090-96A2-FC1DBFACC7B1}">
      <dsp:nvSpPr>
        <dsp:cNvPr id="0" name=""/>
        <dsp:cNvSpPr/>
      </dsp:nvSpPr>
      <dsp:spPr>
        <a:xfrm>
          <a:off x="4228" y="0"/>
          <a:ext cx="2461342" cy="585787"/>
        </a:xfrm>
        <a:prstGeom prst="chevron">
          <a:avLst/>
        </a:prstGeom>
        <a:solidFill>
          <a:schemeClr val="bg1">
            <a:lumMod val="85000"/>
          </a:schemeClr>
        </a:solidFill>
        <a:ln w="19050">
          <a:solidFill>
            <a:schemeClr val="tx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500" b="1" kern="1200" dirty="0">
              <a:solidFill>
                <a:schemeClr val="bg1">
                  <a:lumMod val="75000"/>
                </a:schemeClr>
              </a:solidFill>
            </a:rPr>
            <a:t>Tipos de metodologias qualitativas</a:t>
          </a:r>
          <a:endParaRPr lang="pt-BR" sz="1500" b="1" kern="1200" dirty="0">
            <a:solidFill>
              <a:schemeClr val="bg1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7122" y="0"/>
        <a:ext cx="1875555" cy="585787"/>
      </dsp:txXfrm>
    </dsp:sp>
    <dsp:sp modelId="{E4A63B68-39BD-41F1-AD6A-9695AA02B5DE}">
      <dsp:nvSpPr>
        <dsp:cNvPr id="0" name=""/>
        <dsp:cNvSpPr/>
      </dsp:nvSpPr>
      <dsp:spPr>
        <a:xfrm>
          <a:off x="2219436" y="0"/>
          <a:ext cx="2461342" cy="585787"/>
        </a:xfrm>
        <a:prstGeom prst="chevron">
          <a:avLst/>
        </a:prstGeom>
        <a:solidFill>
          <a:schemeClr val="bg1">
            <a:lumMod val="8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Tipos de metodologias quantitativas</a:t>
          </a:r>
        </a:p>
      </dsp:txBody>
      <dsp:txXfrm>
        <a:off x="2512330" y="0"/>
        <a:ext cx="1875555" cy="585787"/>
      </dsp:txXfrm>
    </dsp:sp>
    <dsp:sp modelId="{2A6A4C61-BCCA-4026-A6AB-0216012356E0}">
      <dsp:nvSpPr>
        <dsp:cNvPr id="0" name=""/>
        <dsp:cNvSpPr/>
      </dsp:nvSpPr>
      <dsp:spPr>
        <a:xfrm>
          <a:off x="4434645" y="0"/>
          <a:ext cx="2461342" cy="585787"/>
        </a:xfrm>
        <a:prstGeom prst="chevron">
          <a:avLst/>
        </a:prstGeom>
        <a:solidFill>
          <a:srgbClr val="0070C0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b="1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Formas de comunicar a pesquisa</a:t>
          </a:r>
        </a:p>
      </dsp:txBody>
      <dsp:txXfrm>
        <a:off x="4727539" y="0"/>
        <a:ext cx="1875555" cy="585787"/>
      </dsp:txXfrm>
    </dsp:sp>
    <dsp:sp modelId="{B87C4145-B229-4C19-A628-2BDB766E9FA2}">
      <dsp:nvSpPr>
        <dsp:cNvPr id="0" name=""/>
        <dsp:cNvSpPr/>
      </dsp:nvSpPr>
      <dsp:spPr>
        <a:xfrm>
          <a:off x="6654082" y="0"/>
          <a:ext cx="2461342" cy="585787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600" b="1" kern="1200" dirty="0">
            <a:solidFill>
              <a:schemeClr val="bg1">
                <a:lumMod val="7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946976" y="0"/>
        <a:ext cx="1875555" cy="5857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E1779-1B80-4309-91D3-22ADA5648DC7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22368-C694-4E1D-AD34-5E4559E0BB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0500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30724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2994" indent="-281921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27684" indent="-225537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78757" indent="-225537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29831" indent="-225537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0904" indent="-2255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1978" indent="-2255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83051" indent="-2255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34125" indent="-225537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31EC562-0D8E-4D38-9B2F-D7DF691897FF}" type="slidenum">
              <a:rPr lang="pt-BR" altLang="pt-BR" smtClean="0">
                <a:latin typeface="Calibri" pitchFamily="34" charset="0"/>
              </a:rPr>
              <a:pPr eaLnBrk="1" hangingPunct="1"/>
              <a:t>2</a:t>
            </a:fld>
            <a:endParaRPr lang="pt-BR" altLang="pt-BR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466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8498" y="2897944"/>
            <a:ext cx="11380764" cy="1170576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06880" y="4130998"/>
            <a:ext cx="9144000" cy="73081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2987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24449"/>
            <a:ext cx="12023188" cy="858764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17694" y="1291053"/>
            <a:ext cx="11705493" cy="435133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2pPr>
            <a:lvl3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3pPr>
            <a:lvl4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4pPr>
            <a:lvl5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698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13984"/>
            <a:ext cx="10515600" cy="3467173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3981157"/>
            <a:ext cx="10515600" cy="91273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441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54111"/>
            <a:ext cx="12192000" cy="830628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297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4800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54110"/>
            <a:ext cx="12192000" cy="98537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917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885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758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323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70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088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0" y="154111"/>
            <a:ext cx="12192000" cy="10416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75490" y="1310861"/>
            <a:ext cx="1158357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2BF85-54FF-46CE-B398-87F998CFD60B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185252-FBA3-417A-8652-C405B89605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716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7.png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8.jpeg"/><Relationship Id="rId9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1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10" Type="http://schemas.openxmlformats.org/officeDocument/2006/relationships/image" Target="../media/image18.pn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25.png"/><Relationship Id="rId5" Type="http://schemas.openxmlformats.org/officeDocument/2006/relationships/diagramQuickStyle" Target="../diagrams/quickStyle7.xml"/><Relationship Id="rId10" Type="http://schemas.openxmlformats.org/officeDocument/2006/relationships/image" Target="../media/image24.png"/><Relationship Id="rId4" Type="http://schemas.openxmlformats.org/officeDocument/2006/relationships/diagramLayout" Target="../diagrams/layout7.xml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30.png"/><Relationship Id="rId5" Type="http://schemas.openxmlformats.org/officeDocument/2006/relationships/diagramQuickStyle" Target="../diagrams/quickStyle8.xml"/><Relationship Id="rId10" Type="http://schemas.openxmlformats.org/officeDocument/2006/relationships/image" Target="../media/image29.png"/><Relationship Id="rId4" Type="http://schemas.openxmlformats.org/officeDocument/2006/relationships/diagramLayout" Target="../diagrams/layout8.xml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35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diagramLayout" Target="../diagrams/layout10.xml"/><Relationship Id="rId7" Type="http://schemas.openxmlformats.org/officeDocument/2006/relationships/image" Target="../media/image36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10" Type="http://schemas.openxmlformats.org/officeDocument/2006/relationships/image" Target="../media/image39.png"/><Relationship Id="rId4" Type="http://schemas.openxmlformats.org/officeDocument/2006/relationships/diagramQuickStyle" Target="../diagrams/quickStyle10.xml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diagramLayout" Target="../diagrams/layout11.xml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1.xml"/><Relationship Id="rId11" Type="http://schemas.openxmlformats.org/officeDocument/2006/relationships/image" Target="../media/image44.png"/><Relationship Id="rId5" Type="http://schemas.openxmlformats.org/officeDocument/2006/relationships/diagramColors" Target="../diagrams/colors11.xml"/><Relationship Id="rId10" Type="http://schemas.openxmlformats.org/officeDocument/2006/relationships/image" Target="../media/image43.png"/><Relationship Id="rId4" Type="http://schemas.openxmlformats.org/officeDocument/2006/relationships/diagramQuickStyle" Target="../diagrams/quickStyle11.xml"/><Relationship Id="rId9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3"/>
          <p:cNvSpPr txBox="1">
            <a:spLocks/>
          </p:cNvSpPr>
          <p:nvPr/>
        </p:nvSpPr>
        <p:spPr>
          <a:xfrm>
            <a:off x="444137" y="2925854"/>
            <a:ext cx="11007634" cy="134248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>
                    <a:lumMod val="50000"/>
                  </a:schemeClr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defRPr>
            </a:lvl1pPr>
          </a:lstStyle>
          <a:p>
            <a:r>
              <a:rPr lang="pt-BR" b="1" dirty="0"/>
              <a:t>Pesquisa, Tecnologia e Sociedade </a:t>
            </a:r>
          </a:p>
          <a:p>
            <a:r>
              <a:rPr lang="pt-BR" sz="1500" b="1" dirty="0"/>
              <a:t>(aulas 7 e 8)</a:t>
            </a:r>
            <a:endParaRPr lang="pt-BR" sz="1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69797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Número de Slid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696BC03-50CE-4493-8092-7972E78E80FF}" type="slidenum">
              <a:rPr lang="pt-BR" altLang="pt-BR" sz="1800">
                <a:solidFill>
                  <a:srgbClr val="898989"/>
                </a:solidFill>
                <a:latin typeface="Calibri" pitchFamily="34" charset="0"/>
              </a:rPr>
              <a:pPr eaLnBrk="1" hangingPunct="1"/>
              <a:t>2</a:t>
            </a:fld>
            <a:endParaRPr lang="pt-BR" altLang="pt-BR" sz="18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5303912" y="836712"/>
            <a:ext cx="38164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Aulas</a:t>
            </a: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2742451949"/>
              </p:ext>
            </p:extLst>
          </p:nvPr>
        </p:nvGraphicFramePr>
        <p:xfrm>
          <a:off x="3143672" y="177281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37773121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Número de Slide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pt-BR" altLang="pt-BR">
              <a:solidFill>
                <a:srgbClr val="898989"/>
              </a:solidFill>
              <a:latin typeface="Calibri" pitchFamily="34" charset="0"/>
            </a:endParaRPr>
          </a:p>
          <a:p>
            <a:pPr eaLnBrk="1" hangingPunct="1"/>
            <a:fld id="{FAD9C33D-AAD3-438A-91F4-D179886C3E8C}" type="slidenum">
              <a:rPr lang="pt-BR" altLang="pt-BR" sz="1800">
                <a:solidFill>
                  <a:srgbClr val="898989"/>
                </a:solidFill>
                <a:latin typeface="Calibri" pitchFamily="34" charset="0"/>
              </a:rPr>
              <a:pPr eaLnBrk="1" hangingPunct="1"/>
              <a:t>3</a:t>
            </a:fld>
            <a:endParaRPr lang="pt-BR" altLang="pt-BR" sz="1600">
              <a:solidFill>
                <a:srgbClr val="898989"/>
              </a:solidFill>
              <a:latin typeface="Calibri" pitchFamily="34" charset="0"/>
            </a:endParaRPr>
          </a:p>
        </p:txBody>
      </p:sp>
      <p:graphicFrame>
        <p:nvGraphicFramePr>
          <p:cNvPr id="11" name="Diagrama 10"/>
          <p:cNvGraphicFramePr/>
          <p:nvPr/>
        </p:nvGraphicFramePr>
        <p:xfrm>
          <a:off x="1568732" y="476673"/>
          <a:ext cx="9115425" cy="585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2636912"/>
            <a:ext cx="7060238" cy="1153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3790380"/>
            <a:ext cx="7314766" cy="2374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 descr="Resultado de imagem para leitura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1340769"/>
            <a:ext cx="2736304" cy="10945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818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1909192" y="1556793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Método e Técnica</a:t>
            </a:r>
          </a:p>
          <a:p>
            <a:pPr marL="0" indent="0">
              <a:buNone/>
            </a:pPr>
            <a:endParaRPr lang="pt-BR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pt-BR" sz="1800" dirty="0"/>
          </a:p>
        </p:txBody>
      </p:sp>
      <p:sp>
        <p:nvSpPr>
          <p:cNvPr id="5122" name="Espaço Reservado para Número de Slide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pt-BR" altLang="pt-BR">
              <a:solidFill>
                <a:srgbClr val="898989"/>
              </a:solidFill>
              <a:latin typeface="Calibri" pitchFamily="34" charset="0"/>
            </a:endParaRPr>
          </a:p>
          <a:p>
            <a:pPr eaLnBrk="1" hangingPunct="1"/>
            <a:fld id="{FAD9C33D-AAD3-438A-91F4-D179886C3E8C}" type="slidenum">
              <a:rPr lang="pt-BR" altLang="pt-BR" sz="1800">
                <a:solidFill>
                  <a:srgbClr val="898989"/>
                </a:solidFill>
                <a:latin typeface="Calibri" pitchFamily="34" charset="0"/>
              </a:rPr>
              <a:pPr eaLnBrk="1" hangingPunct="1"/>
              <a:t>4</a:t>
            </a:fld>
            <a:endParaRPr lang="pt-BR" altLang="pt-BR" sz="1600">
              <a:solidFill>
                <a:srgbClr val="898989"/>
              </a:solidFill>
              <a:latin typeface="Calibri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2204864"/>
            <a:ext cx="7539934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7069" y="3501009"/>
            <a:ext cx="6899313" cy="1447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Imagem relacionada">
            <a:extLst>
              <a:ext uri="{FF2B5EF4-FFF2-40B4-BE49-F238E27FC236}">
                <a16:creationId xmlns:a16="http://schemas.microsoft.com/office/drawing/2014/main" id="{C870433C-06FA-4528-A6D6-B29691CC6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8" y="3975947"/>
            <a:ext cx="2914048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Diagrama 8"/>
          <p:cNvGraphicFramePr/>
          <p:nvPr>
            <p:extLst>
              <p:ext uri="{D42A27DB-BD31-4B8C-83A1-F6EECF244321}">
                <p14:modId xmlns:p14="http://schemas.microsoft.com/office/powerpoint/2010/main" val="1396191524"/>
              </p:ext>
            </p:extLst>
          </p:nvPr>
        </p:nvGraphicFramePr>
        <p:xfrm>
          <a:off x="1568732" y="476673"/>
          <a:ext cx="9115425" cy="585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168062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Número de Slide 3"/>
          <p:cNvSpPr>
            <a:spLocks noGrp="1"/>
          </p:cNvSpPr>
          <p:nvPr>
            <p:ph type="sldNum" sz="quarter" idx="12"/>
          </p:nvPr>
        </p:nvSpPr>
        <p:spPr bwMode="auto">
          <a:xfrm>
            <a:off x="7981950" y="6299201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pt-BR" altLang="pt-BR">
              <a:solidFill>
                <a:srgbClr val="898989"/>
              </a:solidFill>
              <a:latin typeface="Calibri" pitchFamily="34" charset="0"/>
            </a:endParaRPr>
          </a:p>
          <a:p>
            <a:pPr eaLnBrk="1" hangingPunct="1"/>
            <a:fld id="{FAD9C33D-AAD3-438A-91F4-D179886C3E8C}" type="slidenum">
              <a:rPr lang="pt-BR" altLang="pt-BR" sz="1800">
                <a:solidFill>
                  <a:srgbClr val="898989"/>
                </a:solidFill>
                <a:latin typeface="Calibri" pitchFamily="34" charset="0"/>
              </a:rPr>
              <a:pPr eaLnBrk="1" hangingPunct="1"/>
              <a:t>5</a:t>
            </a:fld>
            <a:endParaRPr lang="pt-BR" altLang="pt-BR" sz="1600">
              <a:solidFill>
                <a:srgbClr val="898989"/>
              </a:solidFill>
              <a:latin typeface="Calibri" pitchFamily="34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56D816B-1702-4DCC-9FC1-A6CE6F483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261" y="1412776"/>
            <a:ext cx="9004971" cy="4241956"/>
          </a:xfrm>
          <a:prstGeom prst="rect">
            <a:avLst/>
          </a:prstGeom>
        </p:spPr>
      </p:pic>
      <p:graphicFrame>
        <p:nvGraphicFramePr>
          <p:cNvPr id="5" name="Diagrama 4"/>
          <p:cNvGraphicFramePr/>
          <p:nvPr/>
        </p:nvGraphicFramePr>
        <p:xfrm>
          <a:off x="1568732" y="476673"/>
          <a:ext cx="9115425" cy="585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06675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903" y="70484"/>
            <a:ext cx="6871064" cy="315946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9" y="3420698"/>
            <a:ext cx="3895725" cy="214312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733" y="3420698"/>
            <a:ext cx="3867150" cy="89535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4733" y="4316048"/>
            <a:ext cx="3924300" cy="847725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8175" y="3444510"/>
            <a:ext cx="393382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374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Número de Slide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pt-BR" altLang="pt-BR">
              <a:solidFill>
                <a:srgbClr val="898989"/>
              </a:solidFill>
              <a:latin typeface="Calibri" pitchFamily="34" charset="0"/>
            </a:endParaRPr>
          </a:p>
          <a:p>
            <a:pPr eaLnBrk="1" hangingPunct="1"/>
            <a:fld id="{FAD9C33D-AAD3-438A-91F4-D179886C3E8C}" type="slidenum">
              <a:rPr lang="pt-BR" altLang="pt-BR" sz="1800">
                <a:solidFill>
                  <a:srgbClr val="898989"/>
                </a:solidFill>
                <a:latin typeface="Calibri" pitchFamily="34" charset="0"/>
              </a:rPr>
              <a:pPr eaLnBrk="1" hangingPunct="1"/>
              <a:t>7</a:t>
            </a:fld>
            <a:endParaRPr lang="pt-BR" altLang="pt-BR" sz="1600">
              <a:solidFill>
                <a:srgbClr val="898989"/>
              </a:solidFill>
              <a:latin typeface="Calibri" pitchFamily="34" charset="0"/>
            </a:endParaRPr>
          </a:p>
        </p:txBody>
      </p:sp>
      <p:graphicFrame>
        <p:nvGraphicFramePr>
          <p:cNvPr id="17" name="Diagrama 16"/>
          <p:cNvGraphicFramePr/>
          <p:nvPr/>
        </p:nvGraphicFramePr>
        <p:xfrm>
          <a:off x="1568732" y="476673"/>
          <a:ext cx="9115425" cy="585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1196753"/>
            <a:ext cx="60198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2224" y="1662502"/>
            <a:ext cx="2443652" cy="144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5" y="3068960"/>
            <a:ext cx="5961839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808" y="3933057"/>
            <a:ext cx="4095750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325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8" y="1276199"/>
            <a:ext cx="6624736" cy="2953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Diagrama 7"/>
          <p:cNvGraphicFramePr/>
          <p:nvPr/>
        </p:nvGraphicFramePr>
        <p:xfrm>
          <a:off x="1568732" y="476673"/>
          <a:ext cx="9115425" cy="585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2" y="4336191"/>
            <a:ext cx="4608512" cy="2387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122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3212922"/>
            <a:ext cx="36195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Diagrama 6"/>
          <p:cNvGraphicFramePr/>
          <p:nvPr/>
        </p:nvGraphicFramePr>
        <p:xfrm>
          <a:off x="1568732" y="476673"/>
          <a:ext cx="9115425" cy="585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8933" y="1167372"/>
            <a:ext cx="6264696" cy="1745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509" y="2912702"/>
            <a:ext cx="18764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342" y="3098093"/>
            <a:ext cx="49434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341" y="3993972"/>
            <a:ext cx="3934594" cy="2684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297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141" y="5221674"/>
            <a:ext cx="1550513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Diagrama 7"/>
          <p:cNvGraphicFramePr/>
          <p:nvPr/>
        </p:nvGraphicFramePr>
        <p:xfrm>
          <a:off x="1568732" y="476673"/>
          <a:ext cx="9115425" cy="585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769" y="2636912"/>
            <a:ext cx="527685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4637163"/>
            <a:ext cx="20193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92" y="5228662"/>
            <a:ext cx="3447249" cy="1098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7654" y="5228662"/>
            <a:ext cx="1571963" cy="99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254" y="1284637"/>
            <a:ext cx="6768752" cy="1540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3041" y="1460319"/>
            <a:ext cx="3152775" cy="16383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07691" y="3277144"/>
            <a:ext cx="4048125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56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209" y="1124744"/>
            <a:ext cx="6084127" cy="39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125" y="5157193"/>
            <a:ext cx="5400600" cy="1256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Diagrama 8"/>
          <p:cNvGraphicFramePr/>
          <p:nvPr/>
        </p:nvGraphicFramePr>
        <p:xfrm>
          <a:off x="1568732" y="476673"/>
          <a:ext cx="9115425" cy="585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19432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a 6"/>
          <p:cNvGraphicFramePr/>
          <p:nvPr/>
        </p:nvGraphicFramePr>
        <p:xfrm>
          <a:off x="1568732" y="476673"/>
          <a:ext cx="9115425" cy="585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584" y="1196753"/>
            <a:ext cx="7047396" cy="258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7868" y="3779962"/>
            <a:ext cx="312420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792" y="3933056"/>
            <a:ext cx="1853082" cy="2605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213" y="4869161"/>
            <a:ext cx="6349423" cy="117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53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2028667961"/>
              </p:ext>
            </p:extLst>
          </p:nvPr>
        </p:nvGraphicFramePr>
        <p:xfrm>
          <a:off x="1568732" y="476673"/>
          <a:ext cx="9115425" cy="585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2314" y="2370897"/>
            <a:ext cx="321945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504" y="1556792"/>
            <a:ext cx="54483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482" y="4343866"/>
            <a:ext cx="1512168" cy="261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482" y="4939032"/>
            <a:ext cx="1096866" cy="385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9" y="3687469"/>
            <a:ext cx="33432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3210" y="5500224"/>
            <a:ext cx="1051150" cy="330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0651" y="4202918"/>
            <a:ext cx="2076495" cy="2242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056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Conteúdo 2"/>
          <p:cNvSpPr>
            <a:spLocks noGrp="1"/>
          </p:cNvSpPr>
          <p:nvPr>
            <p:ph idx="1"/>
          </p:nvPr>
        </p:nvSpPr>
        <p:spPr>
          <a:xfrm>
            <a:off x="128179" y="482781"/>
            <a:ext cx="7929971" cy="550381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  <a:defRPr/>
            </a:pPr>
            <a:r>
              <a:rPr lang="pt-BR" altLang="pt-BR" sz="3200" dirty="0">
                <a:solidFill>
                  <a:schemeClr val="accent2">
                    <a:lumMod val="50000"/>
                  </a:schemeClr>
                </a:solidFill>
              </a:rPr>
              <a:t>O que é um Banner ?</a:t>
            </a:r>
          </a:p>
          <a:p>
            <a:pPr marL="0" indent="0" algn="just">
              <a:buNone/>
              <a:defRPr/>
            </a:pPr>
            <a:endParaRPr lang="pt-BR" altLang="pt-BR" sz="3200" dirty="0"/>
          </a:p>
          <a:p>
            <a:pPr marL="0" indent="0" algn="just">
              <a:buNone/>
              <a:defRPr/>
            </a:pP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Principal função do banner: sintetizar informações e dados relevantes da pesquisa</a:t>
            </a:r>
          </a:p>
          <a:p>
            <a:pPr marL="0" indent="0" algn="just">
              <a:buNone/>
              <a:defRPr/>
            </a:pPr>
            <a:endParaRPr lang="pt-BR" altLang="pt-BR" sz="3200" dirty="0"/>
          </a:p>
          <a:p>
            <a:pPr marL="0" indent="0" algn="just">
              <a:buNone/>
              <a:defRPr/>
            </a:pPr>
            <a:r>
              <a:rPr lang="pt-BR" altLang="pt-BR" sz="3200" dirty="0"/>
              <a:t>Como montá-lo?</a:t>
            </a:r>
          </a:p>
          <a:p>
            <a:pPr marL="0" indent="0" algn="just">
              <a:buNone/>
              <a:defRPr/>
            </a:pPr>
            <a:r>
              <a:rPr lang="pt-BR" altLang="pt-BR" sz="3200" dirty="0"/>
              <a:t>Pode utilizar tanto um </a:t>
            </a:r>
            <a:r>
              <a:rPr lang="pt-BR" altLang="pt-BR" sz="3200" dirty="0" err="1"/>
              <a:t>word</a:t>
            </a:r>
            <a:r>
              <a:rPr lang="pt-BR" altLang="pt-BR" sz="3200" dirty="0"/>
              <a:t> como PPT para montá-lo. </a:t>
            </a:r>
          </a:p>
          <a:p>
            <a:pPr marL="0" indent="0" algn="just">
              <a:buNone/>
              <a:defRPr/>
            </a:pPr>
            <a:endParaRPr lang="pt-BR" altLang="pt-BR" sz="3200" dirty="0"/>
          </a:p>
          <a:p>
            <a:pPr marL="0" indent="0" algn="just">
              <a:buNone/>
              <a:defRPr/>
            </a:pPr>
            <a:r>
              <a:rPr lang="pt-BR" altLang="pt-BR" sz="3200" dirty="0"/>
              <a:t>Como transformá-lo em um banner atrativo?</a:t>
            </a:r>
          </a:p>
          <a:p>
            <a:pPr marL="0" indent="0" algn="just">
              <a:buNone/>
              <a:defRPr/>
            </a:pPr>
            <a:r>
              <a:rPr lang="pt-BR" altLang="pt-BR" sz="3200" dirty="0">
                <a:solidFill>
                  <a:schemeClr val="accent2">
                    <a:lumMod val="75000"/>
                  </a:schemeClr>
                </a:solidFill>
              </a:rPr>
              <a:t>Utilize texto apropriado e imagens para ficar mais atrativo.</a:t>
            </a:r>
          </a:p>
          <a:p>
            <a:pPr marL="0" indent="0" algn="just">
              <a:buNone/>
              <a:defRPr/>
            </a:pPr>
            <a:endParaRPr lang="pt-BR" altLang="pt-BR" sz="3200" dirty="0"/>
          </a:p>
          <a:p>
            <a:pPr marL="0" indent="0" algn="just">
              <a:buNone/>
              <a:defRPr/>
            </a:pPr>
            <a:r>
              <a:rPr lang="pt-BR" altLang="pt-BR" sz="3200" dirty="0"/>
              <a:t>Quanto custa um modelo 90x120 ?</a:t>
            </a:r>
          </a:p>
          <a:p>
            <a:pPr marL="0" indent="0" algn="just">
              <a:buNone/>
              <a:defRPr/>
            </a:pPr>
            <a:r>
              <a:rPr lang="pt-BR" altLang="pt-BR" sz="3200" dirty="0">
                <a:solidFill>
                  <a:schemeClr val="accent2">
                    <a:lumMod val="75000"/>
                  </a:schemeClr>
                </a:solidFill>
              </a:rPr>
              <a:t>Isso depende do seu fornecedor, mas deve variar (r$ 60,00 a 120,00)</a:t>
            </a:r>
          </a:p>
          <a:p>
            <a:pPr marL="0" indent="0" algn="just">
              <a:buNone/>
              <a:defRPr/>
            </a:pPr>
            <a:endParaRPr lang="pt-BR" altLang="pt-BR" sz="32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909" y="1343025"/>
            <a:ext cx="4195091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92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505" y="140976"/>
            <a:ext cx="3446645" cy="453104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0" y="3590925"/>
            <a:ext cx="2396103" cy="3143588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85" y="140976"/>
            <a:ext cx="2275336" cy="3348941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8075" y="714375"/>
            <a:ext cx="4842569" cy="5343525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1960" y="2876550"/>
            <a:ext cx="3048381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77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765"/>
            <a:ext cx="4140249" cy="543183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367" y="339883"/>
            <a:ext cx="4267676" cy="470916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6402" y="1916703"/>
            <a:ext cx="3758710" cy="4941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93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796" y="555580"/>
            <a:ext cx="4010025" cy="395287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923" y="4848089"/>
            <a:ext cx="4552950" cy="92392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164" y="776423"/>
            <a:ext cx="4048669" cy="2062529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3558" y="3142978"/>
            <a:ext cx="207645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174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esultado de imagem para dÃºvid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9923" y="2708921"/>
            <a:ext cx="3883463" cy="2665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3719736" y="1556792"/>
            <a:ext cx="48245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Dúvidas</a:t>
            </a:r>
          </a:p>
        </p:txBody>
      </p:sp>
    </p:spTree>
    <p:extLst>
      <p:ext uri="{BB962C8B-B14F-4D97-AF65-F5344CB8AC3E}">
        <p14:creationId xmlns:p14="http://schemas.microsoft.com/office/powerpoint/2010/main" val="219530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3556653" y="2315622"/>
            <a:ext cx="1170549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5400" b="1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8655066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</TotalTime>
  <Words>271</Words>
  <Application>Microsoft Office PowerPoint</Application>
  <PresentationFormat>Widescreen</PresentationFormat>
  <Paragraphs>72</Paragraphs>
  <Slides>19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3" baseType="lpstr">
      <vt:lpstr>Arial</vt:lpstr>
      <vt:lpstr>Calibri</vt:lpstr>
      <vt:lpstr>Helvetica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Augusto da Costa</dc:creator>
  <cp:lastModifiedBy>Simon Skarabone Rodrigues Chiacchio</cp:lastModifiedBy>
  <cp:revision>20</cp:revision>
  <dcterms:created xsi:type="dcterms:W3CDTF">2017-01-10T17:35:04Z</dcterms:created>
  <dcterms:modified xsi:type="dcterms:W3CDTF">2026-02-19T09:30:30Z</dcterms:modified>
</cp:coreProperties>
</file>